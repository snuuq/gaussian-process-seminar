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notesSlides/notesSlide3.xml" ContentType="application/vnd.openxmlformats-officedocument.presentationml.notesSlide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99" r:id="rId3"/>
    <p:sldId id="300" r:id="rId4"/>
    <p:sldId id="301" r:id="rId5"/>
    <p:sldId id="302" r:id="rId6"/>
    <p:sldId id="308" r:id="rId7"/>
    <p:sldId id="309" r:id="rId8"/>
    <p:sldId id="298" r:id="rId9"/>
    <p:sldId id="303" r:id="rId10"/>
    <p:sldId id="319" r:id="rId11"/>
    <p:sldId id="310" r:id="rId12"/>
    <p:sldId id="313" r:id="rId13"/>
    <p:sldId id="304" r:id="rId14"/>
    <p:sldId id="323" r:id="rId15"/>
    <p:sldId id="316" r:id="rId16"/>
    <p:sldId id="305" r:id="rId17"/>
    <p:sldId id="317" r:id="rId18"/>
    <p:sldId id="318" r:id="rId19"/>
    <p:sldId id="294" r:id="rId20"/>
    <p:sldId id="320" r:id="rId21"/>
    <p:sldId id="311" r:id="rId22"/>
    <p:sldId id="272" r:id="rId23"/>
    <p:sldId id="312" r:id="rId24"/>
  </p:sldIdLst>
  <p:sldSz cx="12192000" cy="6858000"/>
  <p:notesSz cx="6858000" cy="9144000"/>
  <p:embeddedFontLst>
    <p:embeddedFont>
      <p:font typeface="맑은 고딕" panose="020B0503020000020004" pitchFamily="34" charset="-127"/>
      <p:regular r:id="rId26"/>
      <p:bold r:id="rId27"/>
    </p:embeddedFont>
    <p:embeddedFont>
      <p:font typeface="Cambria Math" panose="02040503050406030204" pitchFamily="18" charset="0"/>
      <p:regular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5C97ABB-CA4F-4549-8F25-B5CC19C3088E}">
          <p14:sldIdLst>
            <p14:sldId id="256"/>
            <p14:sldId id="299"/>
            <p14:sldId id="300"/>
            <p14:sldId id="301"/>
            <p14:sldId id="302"/>
            <p14:sldId id="308"/>
            <p14:sldId id="309"/>
            <p14:sldId id="298"/>
            <p14:sldId id="303"/>
            <p14:sldId id="319"/>
            <p14:sldId id="310"/>
            <p14:sldId id="313"/>
            <p14:sldId id="304"/>
            <p14:sldId id="323"/>
            <p14:sldId id="316"/>
            <p14:sldId id="305"/>
            <p14:sldId id="317"/>
            <p14:sldId id="318"/>
            <p14:sldId id="294"/>
            <p14:sldId id="320"/>
            <p14:sldId id="311"/>
            <p14:sldId id="272"/>
          </p14:sldIdLst>
        </p14:section>
        <p14:section name="APPENDIX" id="{38220E99-8530-B949-8DEB-425860E7C13C}">
          <p14:sldIdLst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1B22FF"/>
    <a:srgbClr val="FF7F0F"/>
    <a:srgbClr val="FF504F"/>
    <a:srgbClr val="4472C4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64"/>
    <p:restoredTop sz="94604"/>
  </p:normalViewPr>
  <p:slideViewPr>
    <p:cSldViewPr snapToGrid="0">
      <p:cViewPr varScale="1">
        <p:scale>
          <a:sx n="193" d="100"/>
          <a:sy n="193" d="100"/>
        </p:scale>
        <p:origin x="10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0:55.671"/>
    </inkml:context>
    <inkml:brush xml:id="br0">
      <inkml:brushProperty name="width" value="0.035" units="cm"/>
      <inkml:brushProperty name="height" value="0.035" units="cm"/>
      <inkml:brushProperty name="color" value="#002060"/>
    </inkml:brush>
  </inkml:definitions>
  <inkml:trace contextRef="#ctx0" brushRef="#br0">128 1 24575,'0'6'0,"0"2"0,0-1 0,0 1 0,0-1 0,0 0 0,0 1 0,0-1 0,0 3 0,0-2 0,0 3 0,0 0 0,0-3 0,0-1 0,-3-1 0,-1-1 0,0 1 0,1 0 0,1 0 0,0 0 0,0 0 0,-1 0 0,2 0 0,-1 0 0,-1-1 0,1 3 0,-1-2 0,-1 1 0,0 0 0,0 1 0,-1 2 0,0 1 0,0-2 0,-1-1 0,1-1 0,0-1 0,2 0 0,0 0 0,-1-2 0,2 0 0,-2-1 0,2-1 0,0 2 0,-1 0 0,2 1 0,-3-1 0,4 0 0,-3 1 0,2 0 0,0 1 0,-1 0 0,0 0 0,0 0 0,-1 0 0,0 0 0,2-1 0,-1 1 0,1 0 0,0-3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0:57.262"/>
    </inkml:context>
    <inkml:brush xml:id="br0">
      <inkml:brushProperty name="width" value="0.035" units="cm"/>
      <inkml:brushProperty name="height" value="0.035" units="cm"/>
      <inkml:brushProperty name="color" value="#002060"/>
    </inkml:brush>
  </inkml:definitions>
  <inkml:trace contextRef="#ctx0" brushRef="#br0">84 1 24575,'0'4'0,"0"1"0,0 3 0,0 1 0,0 6 0,0-5 0,-2 8 0,0-10 0,-3 3 0,2-5 0,-1-1 0,1 1 0,0 0 0,0 0 0,1 0 0,0 0 0,0 0 0,0-1 0,-1 1 0,1 2 0,-1-1 0,0 1 0,0 1 0,0-1 0,0 1 0,0-1 0,0-1 0,0-1 0,0 0 0,1 0 0,0-1 0,0 1 0,0-1 0,0 0 0,1 0 0,-2-1 0,1 0 0,0-3 0,1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0:57.437"/>
    </inkml:context>
    <inkml:brush xml:id="br0">
      <inkml:brushProperty name="width" value="0.035" units="cm"/>
      <inkml:brushProperty name="height" value="0.035" units="cm"/>
      <inkml:brushProperty name="color" value="#002060"/>
    </inkml:brush>
  </inkml:definitions>
  <inkml:trace contextRef="#ctx0" brushRef="#br0">0 0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0:58.800"/>
    </inkml:context>
    <inkml:brush xml:id="br0">
      <inkml:brushProperty name="width" value="0.035" units="cm"/>
      <inkml:brushProperty name="height" value="0.035" units="cm"/>
      <inkml:brushProperty name="color" value="#002060"/>
    </inkml:brush>
  </inkml:definitions>
  <inkml:trace contextRef="#ctx0" brushRef="#br0">96 1 24575,'0'5'0,"0"1"0,0 3 0,0-1 0,0 3 0,0-3 0,0 4 0,0-3 0,0 3 0,-1-2 0,-1 0 0,-1 0 0,-1-1 0,0 0 0,1 2 0,-2-3 0,-1 3 0,1-3 0,0-1 0,2-2 0,1 1 0,-1 0 0,0-1 0,0 0 0,0 0 0,0-1 0,0 0 0,0 1 0,1 0 0,-1-1 0,1-1 0,-1 1 0,-1 1 0,0-1 0,-1 0 0,0-1 0,3-1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1:00.134"/>
    </inkml:context>
    <inkml:brush xml:id="br0">
      <inkml:brushProperty name="width" value="0.035" units="cm"/>
      <inkml:brushProperty name="height" value="0.035" units="cm"/>
      <inkml:brushProperty name="color" value="#002060"/>
    </inkml:brush>
  </inkml:definitions>
  <inkml:trace contextRef="#ctx0" brushRef="#br0">82 0 24575,'0'5'0,"0"0"0,0 6 0,0 2 0,0 2 0,0 0 0,0-4 0,0 1 0,0 1 0,0-1 0,0-2 0,0-2 0,0-2 0,-2-1 0,1-2 0,-1 1 0,0-2 0,1 2 0,-2-1 0,0 5 0,-1-2 0,1 3 0,0-3 0,0 0 0,1-1 0,-2 1 0,0 0 0,0 0 0,1 0 0,-1 0 0,0-1 0,0 0 0,0 0 0,1-2 0,0 1 0,0 1 0,-1-2 0,1 1 0,0-2 0,2 0 0,0-1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1:01.684"/>
    </inkml:context>
    <inkml:brush xml:id="br0">
      <inkml:brushProperty name="width" value="0.035" units="cm"/>
      <inkml:brushProperty name="height" value="0.035" units="cm"/>
      <inkml:brushProperty name="color" value="#002060"/>
    </inkml:brush>
  </inkml:definitions>
  <inkml:trace contextRef="#ctx0" brushRef="#br0">111 0 24575,'0'5'0,"0"1"0,0 1 0,0 1 0,0 2 0,0-1 0,-2 1 0,-1 3 0,-1 1 0,-2 2 0,0 0 0,0 0 0,-2 0 0,-1 1 0,4-4 0,-2-1 0,3-5 0,-1 0 0,0-1 0,1 0 0,1 0 0,0-1 0,-2 1 0,2-3 0,-1 1 0,0-2 0,1 1 0,0-1 0,0 2 0,1-1 0,1 1 0,0 0 0,1-2 0,-2-1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1:02.616"/>
    </inkml:context>
    <inkml:brush xml:id="br0">
      <inkml:brushProperty name="width" value="0.035" units="cm"/>
      <inkml:brushProperty name="height" value="0.035" units="cm"/>
      <inkml:brushProperty name="color" value="#002060"/>
    </inkml:brush>
  </inkml:definitions>
  <inkml:trace contextRef="#ctx0" brushRef="#br0">1 0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1:03.375"/>
    </inkml:context>
    <inkml:brush xml:id="br0">
      <inkml:brushProperty name="width" value="0.035" units="cm"/>
      <inkml:brushProperty name="height" value="0.035" units="cm"/>
      <inkml:brushProperty name="color" value="#002060"/>
    </inkml:brush>
  </inkml:definitions>
  <inkml:trace contextRef="#ctx0" brushRef="#br0">153 0 24575,'-3'9'0,"0"1"0,-3 2 0,-1 2 0,1 2 0,-2 0 0,1-2 0,1 0 0,1-3 0,-1 0 0,-1 2 0,1-1 0,0-1 0,2-3 0,0-1 0,0-1 0,1 1 0,-1-1 0,2 0 0,0-2 0,0 1 0,-1-1 0,0 1 0,1 0 0,0-1 0,0 1 0,-1 0 0,1 0 0,-1 1 0,0 0 0,0-1 0,0 1 0,0 0 0,0 0 0,0 0 0,0 0 0,0 0 0,0-1 0,1 0 0,1 0 0,0-3 0,1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1:05.400"/>
    </inkml:context>
    <inkml:brush xml:id="br0">
      <inkml:brushProperty name="width" value="0.035" units="cm"/>
      <inkml:brushProperty name="height" value="0.035" units="cm"/>
      <inkml:brushProperty name="color" value="#002060"/>
    </inkml:brush>
  </inkml:definitions>
  <inkml:trace contextRef="#ctx0" brushRef="#br0">99 0 24575,'0'6'0,"0"-1"0,0 1 0,0 2 0,0 1 0,0-1 0,0 0 0,0-3 0,0 0 0,0 0 0,-1 0 0,0 1 0,-1 0 0,0 0 0,0-1 0,-1 1 0,-1 0 0,1 0 0,-2 2 0,0 1 0,1 1 0,-2-2 0,2 0 0,1-3 0,0 0 0,1 1 0,-1-1 0,0-1 0,0-2 0,1 0 0,-1 2 0,1-1 0,0 0 0,-1 1 0,1-1 0,-2 3 0,1-1 0,0 1 0,0-3 0,0 1 0,0 0 0,1-1 0,-1 0 0,2-2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1:06.959"/>
    </inkml:context>
    <inkml:brush xml:id="br0">
      <inkml:brushProperty name="width" value="0.035" units="cm"/>
      <inkml:brushProperty name="height" value="0.035" units="cm"/>
      <inkml:brushProperty name="color" value="#002060"/>
    </inkml:brush>
  </inkml:definitions>
  <inkml:trace contextRef="#ctx0" brushRef="#br0">154 0 24575,'0'8'0,"0"2"0,0 1 0,-2 2 0,-2 0 0,-2 1 0,-1 7 0,0-7 0,1 4 0,1-8 0,0-1 0,0-1 0,1-1 0,0-1 0,0 0 0,2 0 0,0 0 0,0 0 0,-1-1 0,0-1 0,2-1 0,-2 1 0,2 1 0,-1 0 0,-1 1 0,1-1 0,1 1 0,0 0 0,-2 0 0,0-1 0,1 1 0,-3 2 0,3-3 0,-3 3 0,3-3 0,-1 0 0,-1 1 0,-1 7 0,-1-5 0,1 5 0,1-7 0,1 0 0,0-1 0,0 1 0,1-2 0,-1 0 0,1-2 0,0-1 0,1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29.837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128 1 24575,'0'6'0,"0"2"0,0-1 0,0 1 0,0-1 0,0 0 0,0 1 0,0-1 0,0 3 0,0-2 0,0 3 0,0 0 0,0-3 0,0-1 0,-3-1 0,-1-1 0,0 1 0,1 0 0,1 0 0,0 0 0,0 0 0,-1 0 0,2 0 0,-1 0 0,-1-1 0,1 3 0,-1-2 0,-1 1 0,0 0 0,0 1 0,-1 2 0,0 1 0,0-2 0,-1-1 0,1-1 0,0-1 0,2 0 0,0 0 0,-1-2 0,2 0 0,-2-1 0,2-1 0,0 2 0,-1 0 0,2 1 0,-3-1 0,4 0 0,-3 1 0,2 0 0,0 1 0,-1 0 0,0 0 0,0 0 0,-1 0 0,0 0 0,2-1 0,-1 1 0,1 0 0,0-3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29.838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84 1 24575,'0'4'0,"0"1"0,0 3 0,0 1 0,0 6 0,0-5 0,-2 8 0,0-10 0,-3 3 0,2-5 0,-1-1 0,1 1 0,0 0 0,0 0 0,1 0 0,0 0 0,0 0 0,0-1 0,-1 1 0,1 2 0,-1-1 0,0 1 0,0 1 0,0-1 0,0 1 0,0-1 0,0-1 0,0-1 0,0 0 0,1 0 0,0-1 0,0 1 0,0-1 0,0 0 0,1 0 0,-2-1 0,1 0 0,0-3 0,1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29.839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0 0 24575,'0'0'0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29.840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96 1 24575,'0'5'0,"0"1"0,0 3 0,0-1 0,0 3 0,0-3 0,0 4 0,0-3 0,0 3 0,-1-2 0,-1 0 0,-1 0 0,-1-1 0,0 0 0,1 2 0,-2-3 0,-1 3 0,1-3 0,0-1 0,2-2 0,1 1 0,-1 0 0,0-1 0,0 0 0,0 0 0,0-1 0,0 0 0,0 1 0,1 0 0,-1-1 0,1-1 0,-1 1 0,-1 1 0,0-1 0,-1 0 0,0-1 0,3-1 0,0-1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29.841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82 0 24575,'0'5'0,"0"0"0,0 6 0,0 2 0,0 2 0,0 0 0,0-4 0,0 1 0,0 1 0,0-1 0,0-2 0,0-2 0,0-2 0,-2-1 0,1-2 0,-1 1 0,0-2 0,1 2 0,-2-1 0,0 5 0,-1-2 0,1 3 0,0-3 0,0 0 0,1-1 0,-2 1 0,0 0 0,0 0 0,1 0 0,-1 0 0,0-1 0,0 0 0,0 0 0,1-2 0,0 1 0,0 1 0,-1-2 0,1 1 0,0-2 0,2 0 0,0-1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29.842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111 0 24575,'0'5'0,"0"1"0,0 1 0,0 1 0,0 2 0,0-1 0,-2 1 0,-1 3 0,-1 1 0,-2 2 0,0 0 0,0 0 0,-2 0 0,-1 1 0,4-4 0,-2-1 0,3-5 0,-1 0 0,0-1 0,1 0 0,1 0 0,0-1 0,-2 1 0,2-3 0,-1 1 0,0-2 0,1 1 0,0-1 0,0 2 0,1-1 0,1 1 0,0 0 0,1-2 0,-2-1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29.843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 0 24575,'0'0'0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29.844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153 0 24575,'-3'9'0,"0"1"0,-3 2 0,-1 2 0,1 2 0,-2 0 0,1-2 0,1 0 0,1-3 0,-1 0 0,-1 2 0,1-1 0,0-1 0,2-3 0,0-1 0,0-1 0,1 1 0,-1-1 0,2 0 0,0-2 0,0 1 0,-1-1 0,0 1 0,1 0 0,0-1 0,0 1 0,-1 0 0,1 0 0,-1 1 0,0 0 0,0-1 0,0 1 0,0 0 0,0 0 0,0 0 0,0 0 0,0 0 0,0-1 0,1 0 0,1 0 0,0-3 0,1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29.845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99 0 24575,'0'6'0,"0"-1"0,0 1 0,0 2 0,0 1 0,0-1 0,0 0 0,0-3 0,0 0 0,0 0 0,-1 0 0,0 1 0,-1 0 0,0 0 0,0-1 0,-1 1 0,-1 0 0,1 0 0,-2 2 0,0 1 0,1 1 0,-2-2 0,2 0 0,1-3 0,0 0 0,1 1 0,-1-1 0,0-1 0,0-2 0,1 0 0,-1 2 0,1-1 0,0 0 0,-1 1 0,1-1 0,-2 3 0,1-1 0,0 1 0,0-3 0,0 1 0,0 0 0,1-1 0,-1 0 0,2-2 0,0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29.846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154 0 24575,'0'8'0,"0"2"0,0 1 0,-2 2 0,-2 0 0,-2 1 0,-1 7 0,0-7 0,1 4 0,1-8 0,0-1 0,0-1 0,1-1 0,0-1 0,0 0 0,2 0 0,0 0 0,0 0 0,-1-1 0,0-1 0,2-1 0,-2 1 0,2 1 0,-1 0 0,-1 1 0,1-1 0,1 1 0,0 0 0,-2 0 0,0-1 0,1 1 0,-3 2 0,3-3 0,-3 3 0,3-3 0,-1 0 0,-1 1 0,-1 7 0,-1-5 0,1 5 0,1-7 0,1 0 0,0-1 0,0 1 0,1-2 0,-1 0 0,1-2 0,0-1 0,1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34.052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128 1 24575,'0'6'0,"0"2"0,0-1 0,0 1 0,0-1 0,0 0 0,0 1 0,0-1 0,0 3 0,0-2 0,0 3 0,0 0 0,0-3 0,0-1 0,-3-1 0,-1-1 0,0 1 0,1 0 0,1 0 0,0 0 0,0 0 0,-1 0 0,2 0 0,-1 0 0,-1-1 0,1 3 0,-1-2 0,-1 1 0,0 0 0,0 1 0,-1 2 0,0 1 0,0-2 0,-1-1 0,1-1 0,0-1 0,2 0 0,0 0 0,-1-2 0,2 0 0,-2-1 0,2-1 0,0 2 0,-1 0 0,2 1 0,-3-1 0,4 0 0,-3 1 0,2 0 0,0 1 0,-1 0 0,0 0 0,0 0 0,-1 0 0,0 0 0,2-1 0,-1 1 0,1 0 0,0-3 0,0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34.053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84 1 24575,'0'4'0,"0"1"0,0 3 0,0 1 0,0 6 0,0-5 0,-2 8 0,0-10 0,-3 3 0,2-5 0,-1-1 0,1 1 0,0 0 0,0 0 0,1 0 0,0 0 0,0 0 0,0-1 0,-1 1 0,1 2 0,-1-1 0,0 1 0,0 1 0,0-1 0,0 1 0,0-1 0,0-1 0,0-1 0,0 0 0,1 0 0,0-1 0,0 1 0,0-1 0,0 0 0,1 0 0,-2-1 0,1 0 0,0-3 0,1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34.054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0 0 24575,'0'0'0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34.055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96 1 24575,'0'5'0,"0"1"0,0 3 0,0-1 0,0 3 0,0-3 0,0 4 0,0-3 0,0 3 0,-1-2 0,-1 0 0,-1 0 0,-1-1 0,0 0 0,1 2 0,-2-3 0,-1 3 0,1-3 0,0-1 0,2-2 0,1 1 0,-1 0 0,0-1 0,0 0 0,0 0 0,0-1 0,0 0 0,0 1 0,1 0 0,-1-1 0,1-1 0,-1 1 0,-1 1 0,0-1 0,-1 0 0,0-1 0,3-1 0,0-1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34.056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82 0 24575,'0'5'0,"0"0"0,0 6 0,0 2 0,0 2 0,0 0 0,0-4 0,0 1 0,0 1 0,0-1 0,0-2 0,0-2 0,0-2 0,-2-1 0,1-2 0,-1 1 0,0-2 0,1 2 0,-2-1 0,0 5 0,-1-2 0,1 3 0,0-3 0,0 0 0,1-1 0,-2 1 0,0 0 0,0 0 0,1 0 0,-1 0 0,0-1 0,0 0 0,0 0 0,1-2 0,0 1 0,0 1 0,-1-2 0,1 1 0,0-2 0,2 0 0,0-1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34.057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111 0 24575,'0'5'0,"0"1"0,0 1 0,0 1 0,0 2 0,0-1 0,-2 1 0,-1 3 0,-1 1 0,-2 2 0,0 0 0,0 0 0,-2 0 0,-1 1 0,4-4 0,-2-1 0,3-5 0,-1 0 0,0-1 0,1 0 0,1 0 0,0-1 0,-2 1 0,2-3 0,-1 1 0,0-2 0,1 1 0,0-1 0,0 2 0,1-1 0,1 1 0,0 0 0,1-2 0,-2-1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34.058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 0 24575,'0'0'0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34.059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153 0 24575,'-3'9'0,"0"1"0,-3 2 0,-1 2 0,1 2 0,-2 0 0,1-2 0,1 0 0,1-3 0,-1 0 0,-1 2 0,1-1 0,0-1 0,2-3 0,0-1 0,0-1 0,1 1 0,-1-1 0,2 0 0,0-2 0,0 1 0,-1-1 0,0 1 0,1 0 0,0-1 0,0 1 0,-1 0 0,1 0 0,-1 1 0,0 0 0,0-1 0,0 1 0,0 0 0,0 0 0,0 0 0,0 0 0,0 0 0,0-1 0,1 0 0,1 0 0,0-3 0,1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34.060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99 0 24575,'0'6'0,"0"-1"0,0 1 0,0 2 0,0 1 0,0-1 0,0 0 0,0-3 0,0 0 0,0 0 0,-1 0 0,0 1 0,-1 0 0,0 0 0,0-1 0,-1 1 0,-1 0 0,1 0 0,-2 2 0,0 1 0,1 1 0,-2-2 0,2 0 0,1-3 0,0 0 0,1 1 0,-1-1 0,0-1 0,0-2 0,1 0 0,-1 2 0,1-1 0,0 0 0,-1 1 0,1-1 0,-2 3 0,1-1 0,0 1 0,0-3 0,0 1 0,0 0 0,1-1 0,-1 0 0,2-2 0,0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34.061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154 0 24575,'0'8'0,"0"2"0,0 1 0,-2 2 0,-2 0 0,-2 1 0,-1 7 0,0-7 0,1 4 0,1-8 0,0-1 0,0-1 0,1-1 0,0-1 0,0 0 0,2 0 0,0 0 0,0 0 0,-1-1 0,0-1 0,2-1 0,-2 1 0,2 1 0,-1 0 0,-1 1 0,1-1 0,1 1 0,0 0 0,-2 0 0,0-1 0,1 1 0,-3 2 0,3-3 0,-3 3 0,3-3 0,-1 0 0,-1 1 0,-1 7 0,-1-5 0,1 5 0,1-7 0,1 0 0,0-1 0,0 1 0,1-2 0,-1 0 0,1-2 0,0-1 0,1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34.449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128 1 24575,'0'6'0,"0"2"0,0-1 0,0 1 0,0-1 0,0 0 0,0 1 0,0-1 0,0 3 0,0-2 0,0 3 0,0 0 0,0-3 0,0-1 0,-3-1 0,-1-1 0,0 1 0,1 0 0,1 0 0,0 0 0,0 0 0,-1 0 0,2 0 0,-1 0 0,-1-1 0,1 3 0,-1-2 0,-1 1 0,0 0 0,0 1 0,-1 2 0,0 1 0,0-2 0,-1-1 0,1-1 0,0-1 0,2 0 0,0 0 0,-1-2 0,2 0 0,-2-1 0,2-1 0,0 2 0,-1 0 0,2 1 0,-3-1 0,4 0 0,-3 1 0,2 0 0,0 1 0,-1 0 0,0 0 0,0 0 0,-1 0 0,0 0 0,2-1 0,-1 1 0,1 0 0,0-3 0,0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34.450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84 1 24575,'0'4'0,"0"1"0,0 3 0,0 1 0,0 6 0,0-5 0,-2 8 0,0-10 0,-3 3 0,2-5 0,-1-1 0,1 1 0,0 0 0,0 0 0,1 0 0,0 0 0,0 0 0,0-1 0,-1 1 0,1 2 0,-1-1 0,0 1 0,0 1 0,0-1 0,0 1 0,0-1 0,0-1 0,0-1 0,0 0 0,1 0 0,0-1 0,0 1 0,0-1 0,0 0 0,1 0 0,-2-1 0,1 0 0,0-3 0,1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34.451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0 0 24575,'0'0'0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34.452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96 1 24575,'0'5'0,"0"1"0,0 3 0,0-1 0,0 3 0,0-3 0,0 4 0,0-3 0,0 3 0,-1-2 0,-1 0 0,-1 0 0,-1-1 0,0 0 0,1 2 0,-2-3 0,-1 3 0,1-3 0,0-1 0,2-2 0,1 1 0,-1 0 0,0-1 0,0 0 0,0 0 0,0-1 0,0 0 0,0 1 0,1 0 0,-1-1 0,1-1 0,-1 1 0,-1 1 0,0-1 0,-1 0 0,0-1 0,3-1 0,0-1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34.453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82 0 24575,'0'5'0,"0"0"0,0 6 0,0 2 0,0 2 0,0 0 0,0-4 0,0 1 0,0 1 0,0-1 0,0-2 0,0-2 0,0-2 0,-2-1 0,1-2 0,-1 1 0,0-2 0,1 2 0,-2-1 0,0 5 0,-1-2 0,1 3 0,0-3 0,0 0 0,1-1 0,-2 1 0,0 0 0,0 0 0,1 0 0,-1 0 0,0-1 0,0 0 0,0 0 0,1-2 0,0 1 0,0 1 0,-1-2 0,1 1 0,0-2 0,2 0 0,0-1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34.454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111 0 24575,'0'5'0,"0"1"0,0 1 0,0 1 0,0 2 0,0-1 0,-2 1 0,-1 3 0,-1 1 0,-2 2 0,0 0 0,0 0 0,-2 0 0,-1 1 0,4-4 0,-2-1 0,3-5 0,-1 0 0,0-1 0,1 0 0,1 0 0,0-1 0,-2 1 0,2-3 0,-1 1 0,0-2 0,1 1 0,0-1 0,0 2 0,1-1 0,1 1 0,0 0 0,1-2 0,-2-1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34.455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 0 24575,'0'0'0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34.456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153 0 24575,'-3'9'0,"0"1"0,-3 2 0,-1 2 0,1 2 0,-2 0 0,1-2 0,1 0 0,1-3 0,-1 0 0,-1 2 0,1-1 0,0-1 0,2-3 0,0-1 0,0-1 0,1 1 0,-1-1 0,2 0 0,0-2 0,0 1 0,-1-1 0,0 1 0,1 0 0,0-1 0,0 1 0,-1 0 0,1 0 0,-1 1 0,0 0 0,0-1 0,0 1 0,0 0 0,0 0 0,0 0 0,0 0 0,0 0 0,0-1 0,1 0 0,1 0 0,0-3 0,1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34.457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99 0 24575,'0'6'0,"0"-1"0,0 1 0,0 2 0,0 1 0,0-1 0,0 0 0,0-3 0,0 0 0,0 0 0,-1 0 0,0 1 0,-1 0 0,0 0 0,0-1 0,-1 1 0,-1 0 0,1 0 0,-2 2 0,0 1 0,1 1 0,-2-2 0,2 0 0,1-3 0,0 0 0,1 1 0,-1-1 0,0-1 0,0-2 0,1 0 0,-1 2 0,1-1 0,0 0 0,-1 1 0,1-1 0,-2 3 0,1-1 0,0 1 0,0-3 0,0 1 0,0 0 0,1-1 0,-1 0 0,2-2 0,0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0:32:34.458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154 0 24575,'0'8'0,"0"2"0,0 1 0,-2 2 0,-2 0 0,-2 1 0,-1 7 0,0-7 0,1 4 0,1-8 0,0-1 0,0-1 0,1-1 0,0-1 0,0 0 0,2 0 0,0 0 0,0 0 0,-1-1 0,0-1 0,2-1 0,-2 1 0,2 1 0,-1 0 0,-1 1 0,1-1 0,1 1 0,0 0 0,-2 0 0,0-1 0,1 1 0,-3 2 0,3-3 0,-3 3 0,3-3 0,-1 0 0,-1 1 0,-1 7 0,-1-5 0,1 5 0,1-7 0,1 0 0,0-1 0,0 1 0,1-2 0,-1 0 0,1-2 0,0-1 0,1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1:08:56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3723 1 24575,'-26'0'0,"-1"0"0,-20 0 0,-3 0 0,2 0 0,1 0 0,2 0 0,5 0 0,-26 0 0,26 0 0,-14 0 0,31 0 0,-1 2 0,0 2 0,-1 1 0,-3 1 0,-6 1 0,-2 1 0,-7 2 0,-2 1 0,-9 1 0,-10 1 0,-2 1 0,-3 4 0,2-1 0,5 0 0,11-1 0,3-1 0,13-1 0,-4-3 0,8 1 0,-8-3 0,4 0 0,-12 2 0,-10 2 0,-7 0 0,-15 1-784,-11 1 784,40-6 0,-1-1 0,0 3 0,0-1 0,1 1 0,-1-1 0,-41 10 0,8-1 0,13-3 0,19-8 0,7-1 0,9-3 0,0 0 0,7 0 0,9-1 784,2 0-784,4-1 0,-2-2 0,-4 3 0,-1 2 0,-7 1 0,-12 8 0,3-8 0,-13 6 0,14-3 0,-4-1 0,0 1 0,2-1 0,3 0 0,4 0 0,6 0 0,0 0 0,0-2 0,1 1 0,0-2 0,3 0 0,0 2 0,-2-1 0,-3 1 0,-4 2 0,2-3 0,2 3 0,-3 1 0,2-3 0,0 3 0,2-1 0,3 1 0,-1 1 0,-9 0 0,9-1 0,-7-1 0,8-2 0,2 0 0,2-1 0,5-2 0,2 0 0,2-1 0,0 0 0,1-1 0,2 1 0,1 0 0,-1-1 0,1-1 0,-2-1 0,1 2 0,0 0 0,1 1 0,0 0 0,-2 0 0,1 1 0,1 0 0,1-2 0,3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1:08:58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1 750 24575,'0'10'0,"0"4"0,0 7 0,0 2 0,0 8 0,0 2 0,0 0 0,0 25 0,2-17 0,5 21 0,3-20 0,4 6 0,1-4 0,0-4 0,-1-3 0,0-2 0,0-3 0,-1-5 0,-1-4 0,0-2 0,-1-3 0,-1-2 0,-1-5 0,-3-3 0,0 1 0,0-1 0,1 2 0,2-1 0,0 0 0,2 3 0,-1 2 0,1 3 0,3 5 0,4-1 0,12 7 0,-7-8 0,5 4 0,-12-9 0,-2-1 0,0 0 0,-3-6 0,-1 0 0,-1-3 0,3 2 0,2-2 0,3 2 0,9 2 0,6 2 0,6 3 0,3-1 0,5 1 0,4 2 0,6 1 0,-5-1 0,-6 0 0,-5-2 0,-7 0 0,-4 0 0,-6-4 0,-6-5 0,-3-2 0,4-3 0,-6 0 0,7 0 0,-1 0 0,3 0 0,4 0 0,0 0 0,0 0 0,1 0 0,0 0 0,0 0 0,-1 0 0,1 0 0,-1 0 0,1 0 0,6 0 0,0 0 0,1 0 0,-2 0 0,0 0 0,6 0 0,2-3 0,2-3 0,-2-2 0,-2-3 0,6-1 0,-1 3 0,22-8 0,-13 9 0,37-12 0,-37 12 0,44-12 0,-51 12 0,22-3 0,-24 4 0,1 0 0,6-1 0,-2 0 0,0 0 0,-1 1 0,3 0 0,5-5 0,3 1 0,6-5 0,0-1 0,2-1 0,1 3 0,-7 1 0,-2 1 0,-7 0 0,-7-2 0,6-4 0,-15 6 0,2-5 0,-13 7 0,0-1 0,-1 1 0,8-6 0,8-9 0,7-9 0,14-10 0,13-12 0,-32 28 0,2-3-408,5-1 1,2-2 407,1-2 0,-3 1 0,-4 3 0,-3 2 0,35-26-158,-13 4 158,-10 10 0,3-2 0,-13 7 0,-5 8 0,-7 1 809,-6 2-809,-4 1 164,1 0-164,-2 0 0,-2 0 0,7-7 0,-9 5 0,9-11 0,-9 11 0,4-2 0,-1 3 0,0 1 0,-2 0 0,-4 2 0,0 6 0,-2 4 0,-1 5 0,-1-1 0,-2 1 0,-2 1 0,1-2 0,1-3 0,-1-2 0,3-4 0,1-2 0,3-3 0,0-2 0,1 1 0,-1-1 0,1-1 0,1 1 0,2-5 0,-5 11 0,3-2 0,-6 14 0,0 1 0,-3 2 0,0 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1:09:00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2474 24575,'0'-31'0,"0"-2"0,0-5 0,0-9 0,0 1 0,0-10 0,0 4 0,0 5 0,0-8 0,0 3 0,0-9 0,0 0 0,0 7 0,0-5 0,3-2 0,4-3 0,5-6 0,4 6 0,5-2 0,3-4 0,4-3 0,2-6 0,0-7 0,5-1 0,-10 29 0,0-1-407,12-31 407,-14 37 0,0 2 0,6-19 0,3 2 0,1 8 0,1 4 0,-2 5 0,-1 6 0,0 2 0,-1 4 407,3 5-407,-1 1 0,-1 10 0,-4 3 0,-6 1 0,1 3 0,0-1 0,0-2 0,0 2 0,-2-2 0,0 0 0,-2 3 0,-2 2 0,-3 3 0,-4 1 0,0 1 0,2 1 0,-4 1 0,2 3 0,-4 2 0,2 1 0,4 1 0,-5 0 0,1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8T01:09:02.3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24575,'0'9'0,"2"5"0,17 18 0,-2-6 0,15 10 0,-2-2 0,-5-5 0,-2-4 0,-8-9 0,-4-8 0,1-1 0,2 3 0,3 0 0,4 1 0,3 2 0,6 0 0,6 5 0,1 0 0,5 5 0,-1 0 0,8 1 0,-9-7 0,3 1 0,-16-6 0,-1 0 0,0 1 0,0 0 0,0-1 0,4 2 0,2 2 0,4 2 0,5 4 0,-3 2 0,3-1 0,0-2 0,-4-3 0,0-2 0,-1 4 0,-3 0 0,0-1 0,2 0 0,-2-5 0,-4 0 0,2 0 0,-6-2 0,-1 0 0,2 0 0,4 4 0,-6-4 0,12 4 0,-9-4 0,17 8 0,10 2 0,-13-2 0,1-2 0,-26-7 0,-2-3 0,-1-1 0,-4-2 0,-1-3 0,0 2 0,0-2 0,0 1 0,1 1 0,-1-1 0,-2 0 0,0 0 0,-4-1 0,-1-1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58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128 1 24575,'0'6'0,"0"2"0,0-1 0,0 1 0,0-1 0,0 0 0,0 1 0,0-1 0,0 3 0,0-2 0,0 3 0,0 0 0,0-3 0,0-1 0,-3-1 0,-1-1 0,0 1 0,1 0 0,1 0 0,0 0 0,0 0 0,-1 0 0,2 0 0,-1 0 0,-1-1 0,1 3 0,-1-2 0,-1 1 0,0 0 0,0 1 0,-1 2 0,0 1 0,0-2 0,-1-1 0,1-1 0,0-1 0,2 0 0,0 0 0,-1-2 0,2 0 0,-2-1 0,2-1 0,0 2 0,-1 0 0,2 1 0,-3-1 0,4 0 0,-3 1 0,2 0 0,0 1 0,-1 0 0,0 0 0,0 0 0,-1 0 0,0 0 0,2-1 0,-1 1 0,1 0 0,0-3 0,0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59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84 1 24575,'0'4'0,"0"1"0,0 3 0,0 1 0,0 6 0,0-5 0,-2 8 0,0-10 0,-3 3 0,2-5 0,-1-1 0,1 1 0,0 0 0,0 0 0,1 0 0,0 0 0,0 0 0,0-1 0,-1 1 0,1 2 0,-1-1 0,0 1 0,0 1 0,0-1 0,0 1 0,0-1 0,0-1 0,0-1 0,0 0 0,1 0 0,0-1 0,0 1 0,0-1 0,0 0 0,1 0 0,-2-1 0,1 0 0,0-3 0,1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60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0 0 24575,'0'0'0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61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96 1 24575,'0'5'0,"0"1"0,0 3 0,0-1 0,0 3 0,0-3 0,0 4 0,0-3 0,0 3 0,-1-2 0,-1 0 0,-1 0 0,-1-1 0,0 0 0,1 2 0,-2-3 0,-1 3 0,1-3 0,0-1 0,2-2 0,1 1 0,-1 0 0,0-1 0,0 0 0,0 0 0,0-1 0,0 0 0,0 1 0,1 0 0,-1-1 0,1-1 0,-1 1 0,-1 1 0,0-1 0,-1 0 0,0-1 0,3-1 0,0-1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62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82 0 24575,'0'5'0,"0"0"0,0 6 0,0 2 0,0 2 0,0 0 0,0-4 0,0 1 0,0 1 0,0-1 0,0-2 0,0-2 0,0-2 0,-2-1 0,1-2 0,-1 1 0,0-2 0,1 2 0,-2-1 0,0 5 0,-1-2 0,1 3 0,0-3 0,0 0 0,1-1 0,-2 1 0,0 0 0,0 0 0,1 0 0,-1 0 0,0-1 0,0 0 0,0 0 0,1-2 0,0 1 0,0 1 0,-1-2 0,1 1 0,0-2 0,2 0 0,0-1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63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111 0 24575,'0'5'0,"0"1"0,0 1 0,0 1 0,0 2 0,0-1 0,-2 1 0,-1 3 0,-1 1 0,-2 2 0,0 0 0,0 0 0,-2 0 0,-1 1 0,4-4 0,-2-1 0,3-5 0,-1 0 0,0-1 0,1 0 0,1 0 0,0-1 0,-2 1 0,2-3 0,-1 1 0,0-2 0,1 1 0,0-1 0,0 2 0,1-1 0,1 1 0,0 0 0,1-2 0,-2-1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64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 0 24575,'0'0'0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65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153 0 24575,'-3'9'0,"0"1"0,-3 2 0,-1 2 0,1 2 0,-2 0 0,1-2 0,1 0 0,1-3 0,-1 0 0,-1 2 0,1-1 0,0-1 0,2-3 0,0-1 0,0-1 0,1 1 0,-1-1 0,2 0 0,0-2 0,0 1 0,-1-1 0,0 1 0,1 0 0,0-1 0,0 1 0,-1 0 0,1 0 0,-1 1 0,0 0 0,0-1 0,0 1 0,0 0 0,0 0 0,0 0 0,0 0 0,0 0 0,0-1 0,1 0 0,1 0 0,0-3 0,1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66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99 0 24575,'0'6'0,"0"-1"0,0 1 0,0 2 0,0 1 0,0-1 0,0 0 0,0-3 0,0 0 0,0 0 0,-1 0 0,0 1 0,-1 0 0,0 0 0,0-1 0,-1 1 0,-1 0 0,1 0 0,-2 2 0,0 1 0,1 1 0,-2-2 0,2 0 0,1-3 0,0 0 0,1 1 0,-1-1 0,0-1 0,0-2 0,1 0 0,-1 2 0,1-1 0,0 0 0,-1 1 0,1-1 0,-2 3 0,1-1 0,0 1 0,0-3 0,0 1 0,0 0 0,1-1 0,-1 0 0,2-2 0,0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67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154 0 24575,'0'8'0,"0"2"0,0 1 0,-2 2 0,-2 0 0,-2 1 0,-1 7 0,0-7 0,1 4 0,1-8 0,0-1 0,0-1 0,1-1 0,0-1 0,0 0 0,2 0 0,0 0 0,0 0 0,-1-1 0,0-1 0,2-1 0,-2 1 0,2 1 0,-1 0 0,-1 1 0,1-1 0,1 1 0,0 0 0,-2 0 0,0-1 0,1 1 0,-3 2 0,3-3 0,-3 3 0,3-3 0,-1 0 0,-1 1 0,-1 7 0,-1-5 0,1 5 0,1-7 0,1 0 0,0-1 0,0 1 0,1-2 0,-1 0 0,1-2 0,0-1 0,1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48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128 1 24575,'0'6'0,"0"2"0,0-1 0,0 1 0,0-1 0,0 0 0,0 1 0,0-1 0,0 3 0,0-2 0,0 3 0,0 0 0,0-3 0,0-1 0,-3-1 0,-1-1 0,0 1 0,1 0 0,1 0 0,0 0 0,0 0 0,-1 0 0,2 0 0,-1 0 0,-1-1 0,1 3 0,-1-2 0,-1 1 0,0 0 0,0 1 0,-1 2 0,0 1 0,0-2 0,-1-1 0,1-1 0,0-1 0,2 0 0,0 0 0,-1-2 0,2 0 0,-2-1 0,2-1 0,0 2 0,-1 0 0,2 1 0,-3-1 0,4 0 0,-3 1 0,2 0 0,0 1 0,-1 0 0,0 0 0,0 0 0,-1 0 0,0 0 0,2-1 0,-1 1 0,1 0 0,0-3 0,0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49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84 1 24575,'0'4'0,"0"1"0,0 3 0,0 1 0,0 6 0,0-5 0,-2 8 0,0-10 0,-3 3 0,2-5 0,-1-1 0,1 1 0,0 0 0,0 0 0,1 0 0,0 0 0,0 0 0,0-1 0,-1 1 0,1 2 0,-1-1 0,0 1 0,0 1 0,0-1 0,0 1 0,0-1 0,0-1 0,0-1 0,0 0 0,1 0 0,0-1 0,0 1 0,0-1 0,0 0 0,1 0 0,-2-1 0,1 0 0,0-3 0,1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50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0 0 24575,'0'0'0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51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96 1 24575,'0'5'0,"0"1"0,0 3 0,0-1 0,0 3 0,0-3 0,0 4 0,0-3 0,0 3 0,-1-2 0,-1 0 0,-1 0 0,-1-1 0,0 0 0,1 2 0,-2-3 0,-1 3 0,1-3 0,0-1 0,2-2 0,1 1 0,-1 0 0,0-1 0,0 0 0,0 0 0,0-1 0,0 0 0,0 1 0,1 0 0,-1-1 0,1-1 0,-1 1 0,-1 1 0,0-1 0,-1 0 0,0-1 0,3-1 0,0-1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52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82 0 24575,'0'5'0,"0"0"0,0 6 0,0 2 0,0 2 0,0 0 0,0-4 0,0 1 0,0 1 0,0-1 0,0-2 0,0-2 0,0-2 0,-2-1 0,1-2 0,-1 1 0,0-2 0,1 2 0,-2-1 0,0 5 0,-1-2 0,1 3 0,0-3 0,0 0 0,1-1 0,-2 1 0,0 0 0,0 0 0,1 0 0,-1 0 0,0-1 0,0 0 0,0 0 0,1-2 0,0 1 0,0 1 0,-1-2 0,1 1 0,0-2 0,2 0 0,0-1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53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111 0 24575,'0'5'0,"0"1"0,0 1 0,0 1 0,0 2 0,0-1 0,-2 1 0,-1 3 0,-1 1 0,-2 2 0,0 0 0,0 0 0,-2 0 0,-1 1 0,4-4 0,-2-1 0,3-5 0,-1 0 0,0-1 0,1 0 0,1 0 0,0-1 0,-2 1 0,2-3 0,-1 1 0,0-2 0,1 1 0,0-1 0,0 2 0,1-1 0,1 1 0,0 0 0,1-2 0,-2-1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54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 0 24575,'0'0'0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55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153 0 24575,'-3'9'0,"0"1"0,-3 2 0,-1 2 0,1 2 0,-2 0 0,1-2 0,1 0 0,1-3 0,-1 0 0,-1 2 0,1-1 0,0-1 0,2-3 0,0-1 0,0-1 0,1 1 0,-1-1 0,2 0 0,0-2 0,0 1 0,-1-1 0,0 1 0,1 0 0,0-1 0,0 1 0,-1 0 0,1 0 0,-1 1 0,0 0 0,0-1 0,0 1 0,0 0 0,0 0 0,0 0 0,0 0 0,0 0 0,0-1 0,1 0 0,1 0 0,0-3 0,1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56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99 0 24575,'0'6'0,"0"-1"0,0 1 0,0 2 0,0 1 0,0-1 0,0 0 0,0-3 0,0 0 0,0 0 0,-1 0 0,0 1 0,-1 0 0,0 0 0,0-1 0,-1 1 0,-1 0 0,1 0 0,-2 2 0,0 1 0,1 1 0,-2-2 0,2 0 0,1-3 0,0 0 0,1 1 0,-1-1 0,0-1 0,0-2 0,1 0 0,-1 2 0,1-1 0,0 0 0,-1 1 0,1-1 0,-2 3 0,1-1 0,0 1 0,0-3 0,0 1 0,0 0 0,1-1 0,-1 0 0,2-2 0,0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57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154 0 24575,'0'8'0,"0"2"0,0 1 0,-2 2 0,-2 0 0,-2 1 0,-1 7 0,0-7 0,1 4 0,1-8 0,0-1 0,0-1 0,1-1 0,0-1 0,0 0 0,2 0 0,0 0 0,0 0 0,-1-1 0,0-1 0,2-1 0,-2 1 0,2 1 0,-1 0 0,-1 1 0,1-1 0,1 1 0,0 0 0,-2 0 0,0-1 0,1 1 0,-3 2 0,3-3 0,-3 3 0,3-3 0,-1 0 0,-1 1 0,-1 7 0,-1-5 0,1 5 0,1-7 0,1 0 0,0-1 0,0 1 0,1-2 0,-1 0 0,1-2 0,0-1 0,1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38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128 1 24575,'0'6'0,"0"2"0,0-1 0,0 1 0,0-1 0,0 0 0,0 1 0,0-1 0,0 3 0,0-2 0,0 3 0,0 0 0,0-3 0,0-1 0,-3-1 0,-1-1 0,0 1 0,1 0 0,1 0 0,0 0 0,0 0 0,-1 0 0,2 0 0,-1 0 0,-1-1 0,1 3 0,-1-2 0,-1 1 0,0 0 0,0 1 0,-1 2 0,0 1 0,0-2 0,-1-1 0,1-1 0,0-1 0,2 0 0,0 0 0,-1-2 0,2 0 0,-2-1 0,2-1 0,0 2 0,-1 0 0,2 1 0,-3-1 0,4 0 0,-3 1 0,2 0 0,0 1 0,-1 0 0,0 0 0,0 0 0,-1 0 0,0 0 0,2-1 0,-1 1 0,1 0 0,0-3 0,0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39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84 1 24575,'0'4'0,"0"1"0,0 3 0,0 1 0,0 6 0,0-5 0,-2 8 0,0-10 0,-3 3 0,2-5 0,-1-1 0,1 1 0,0 0 0,0 0 0,1 0 0,0 0 0,0 0 0,0-1 0,-1 1 0,1 2 0,-1-1 0,0 1 0,0 1 0,0-1 0,0 1 0,0-1 0,0-1 0,0-1 0,0 0 0,1 0 0,0-1 0,0 1 0,0-1 0,0 0 0,1 0 0,-2-1 0,1 0 0,0-3 0,1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40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0 0 24575,'0'0'0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41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96 1 24575,'0'5'0,"0"1"0,0 3 0,0-1 0,0 3 0,0-3 0,0 4 0,0-3 0,0 3 0,-1-2 0,-1 0 0,-1 0 0,-1-1 0,0 0 0,1 2 0,-2-3 0,-1 3 0,1-3 0,0-1 0,2-2 0,1 1 0,-1 0 0,0-1 0,0 0 0,0 0 0,0-1 0,0 0 0,0 1 0,1 0 0,-1-1 0,1-1 0,-1 1 0,-1 1 0,0-1 0,-1 0 0,0-1 0,3-1 0,0-1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42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82 0 24575,'0'5'0,"0"0"0,0 6 0,0 2 0,0 2 0,0 0 0,0-4 0,0 1 0,0 1 0,0-1 0,0-2 0,0-2 0,0-2 0,-2-1 0,1-2 0,-1 1 0,0-2 0,1 2 0,-2-1 0,0 5 0,-1-2 0,1 3 0,0-3 0,0 0 0,1-1 0,-2 1 0,0 0 0,0 0 0,1 0 0,-1 0 0,0-1 0,0 0 0,0 0 0,1-2 0,0 1 0,0 1 0,-1-2 0,1 1 0,0-2 0,2 0 0,0-1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43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111 0 24575,'0'5'0,"0"1"0,0 1 0,0 1 0,0 2 0,0-1 0,-2 1 0,-1 3 0,-1 1 0,-2 2 0,0 0 0,0 0 0,-2 0 0,-1 1 0,4-4 0,-2-1 0,3-5 0,-1 0 0,0-1 0,1 0 0,1 0 0,0-1 0,-2 1 0,2-3 0,-1 1 0,0-2 0,1 1 0,0-1 0,0 2 0,1-1 0,1 1 0,0 0 0,1-2 0,-2-1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44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 0 24575,'0'0'0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45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153 0 24575,'-3'9'0,"0"1"0,-3 2 0,-1 2 0,1 2 0,-2 0 0,1-2 0,1 0 0,1-3 0,-1 0 0,-1 2 0,1-1 0,0-1 0,2-3 0,0-1 0,0-1 0,1 1 0,-1-1 0,2 0 0,0-2 0,0 1 0,-1-1 0,0 1 0,1 0 0,0-1 0,0 1 0,-1 0 0,1 0 0,-1 1 0,0 0 0,0-1 0,0 1 0,0 0 0,0 0 0,0 0 0,0 0 0,0 0 0,0-1 0,1 0 0,1 0 0,0-3 0,1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46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99 0 24575,'0'6'0,"0"-1"0,0 1 0,0 2 0,0 1 0,0-1 0,0 0 0,0-3 0,0 0 0,0 0 0,-1 0 0,0 1 0,-1 0 0,0 0 0,0-1 0,-1 1 0,-1 0 0,1 0 0,-2 2 0,0 1 0,1 1 0,-2-2 0,2 0 0,1-3 0,0 0 0,1 1 0,-1-1 0,0-1 0,0-2 0,1 0 0,-1 2 0,1-1 0,0 0 0,-1 1 0,1-1 0,-2 3 0,1-1 0,0 1 0,0-3 0,0 1 0,0 0 0,1-1 0,-1 0 0,2-2 0,0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1:31.247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154 0 24575,'0'8'0,"0"2"0,0 1 0,-2 2 0,-2 0 0,-2 1 0,-1 7 0,0-7 0,1 4 0,1-8 0,0-1 0,0-1 0,1-1 0,0-1 0,0 0 0,2 0 0,0 0 0,0 0 0,-1-1 0,0-1 0,2-1 0,-2 1 0,2 1 0,-1 0 0,-1 1 0,1-1 0,1 1 0,0 0 0,-2 0 0,0-1 0,1 1 0,-3 2 0,3-3 0,-3 3 0,3-3 0,-1 0 0,-1 1 0,-1 7 0,-1-5 0,1 5 0,1-7 0,1 0 0,0-1 0,0 1 0,1-2 0,-1 0 0,1-2 0,0-1 0,1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87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128 1 24575,'0'6'0,"0"2"0,0-1 0,0 1 0,0-1 0,0 0 0,0 1 0,0-1 0,0 3 0,0-2 0,0 3 0,0 0 0,0-3 0,0-1 0,-3-1 0,-1-1 0,0 1 0,1 0 0,1 0 0,0 0 0,0 0 0,-1 0 0,2 0 0,-1 0 0,-1-1 0,1 3 0,-1-2 0,-1 1 0,0 0 0,0 1 0,-1 2 0,0 1 0,0-2 0,-1-1 0,1-1 0,0-1 0,2 0 0,0 0 0,-1-2 0,2 0 0,-2-1 0,2-1 0,0 2 0,-1 0 0,2 1 0,-3-1 0,4 0 0,-3 1 0,2 0 0,0 1 0,-1 0 0,0 0 0,0 0 0,-1 0 0,0 0 0,2-1 0,-1 1 0,1 0 0,0-3 0,0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88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84 1 24575,'0'4'0,"0"1"0,0 3 0,0 1 0,0 6 0,0-5 0,-2 8 0,0-10 0,-3 3 0,2-5 0,-1-1 0,1 1 0,0 0 0,0 0 0,1 0 0,0 0 0,0 0 0,0-1 0,-1 1 0,1 2 0,-1-1 0,0 1 0,0 1 0,0-1 0,0 1 0,0-1 0,0-1 0,0-1 0,0 0 0,1 0 0,0-1 0,0 1 0,0-1 0,0 0 0,1 0 0,-2-1 0,1 0 0,0-3 0,1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89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0 0 24575,'0'0'0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90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96 1 24575,'0'5'0,"0"1"0,0 3 0,0-1 0,0 3 0,0-3 0,0 4 0,0-3 0,0 3 0,-1-2 0,-1 0 0,-1 0 0,-1-1 0,0 0 0,1 2 0,-2-3 0,-1 3 0,1-3 0,0-1 0,2-2 0,1 1 0,-1 0 0,0-1 0,0 0 0,0 0 0,0-1 0,0 0 0,0 1 0,1 0 0,-1-1 0,1-1 0,-1 1 0,-1 1 0,0-1 0,-1 0 0,0-1 0,3-1 0,0-1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91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82 0 24575,'0'5'0,"0"0"0,0 6 0,0 2 0,0 2 0,0 0 0,0-4 0,0 1 0,0 1 0,0-1 0,0-2 0,0-2 0,0-2 0,-2-1 0,1-2 0,-1 1 0,0-2 0,1 2 0,-2-1 0,0 5 0,-1-2 0,1 3 0,0-3 0,0 0 0,1-1 0,-2 1 0,0 0 0,0 0 0,1 0 0,-1 0 0,0-1 0,0 0 0,0 0 0,1-2 0,0 1 0,0 1 0,-1-2 0,1 1 0,0-2 0,2 0 0,0-1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92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111 0 24575,'0'5'0,"0"1"0,0 1 0,0 1 0,0 2 0,0-1 0,-2 1 0,-1 3 0,-1 1 0,-2 2 0,0 0 0,0 0 0,-2 0 0,-1 1 0,4-4 0,-2-1 0,3-5 0,-1 0 0,0-1 0,1 0 0,1 0 0,0-1 0,-2 1 0,2-3 0,-1 1 0,0-2 0,1 1 0,0-1 0,0 2 0,1-1 0,1 1 0,0 0 0,1-2 0,-2-1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93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 0 24575,'0'0'0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94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153 0 24575,'-3'9'0,"0"1"0,-3 2 0,-1 2 0,1 2 0,-2 0 0,1-2 0,1 0 0,1-3 0,-1 0 0,-1 2 0,1-1 0,0-1 0,2-3 0,0-1 0,0-1 0,1 1 0,-1-1 0,2 0 0,0-2 0,0 1 0,-1-1 0,0 1 0,1 0 0,0-1 0,0 1 0,-1 0 0,1 0 0,-1 1 0,0 0 0,0-1 0,0 1 0,0 0 0,0 0 0,0 0 0,0 0 0,0 0 0,0-1 0,1 0 0,1 0 0,0-3 0,1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95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99 0 24575,'0'6'0,"0"-1"0,0 1 0,0 2 0,0 1 0,0-1 0,0 0 0,0-3 0,0 0 0,0 0 0,-1 0 0,0 1 0,-1 0 0,0 0 0,0-1 0,-1 1 0,-1 0 0,1 0 0,-2 2 0,0 1 0,1 1 0,-2-2 0,2 0 0,1-3 0,0 0 0,1 1 0,-1-1 0,0-1 0,0-2 0,1 0 0,-1 2 0,1-1 0,0 0 0,-1 1 0,1-1 0,-2 3 0,1-1 0,0 1 0,0-3 0,0 1 0,0 0 0,1-1 0,-1 0 0,2-2 0,0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96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154 0 24575,'0'8'0,"0"2"0,0 1 0,-2 2 0,-2 0 0,-2 1 0,-1 7 0,0-7 0,1 4 0,1-8 0,0-1 0,0-1 0,1-1 0,0-1 0,0 0 0,2 0 0,0 0 0,0 0 0,-1-1 0,0-1 0,2-1 0,-2 1 0,2 1 0,-1 0 0,-1 1 0,1-1 0,1 1 0,0 0 0,-2 0 0,0-1 0,1 1 0,-3 2 0,3-3 0,-3 3 0,3-3 0,-1 0 0,-1 1 0,-1 7 0,-1-5 0,1 5 0,1-7 0,1 0 0,0-1 0,0 1 0,1-2 0,-1 0 0,1-2 0,0-1 0,1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77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128 1 24575,'0'6'0,"0"2"0,0-1 0,0 1 0,0-1 0,0 0 0,0 1 0,0-1 0,0 3 0,0-2 0,0 3 0,0 0 0,0-3 0,0-1 0,-3-1 0,-1-1 0,0 1 0,1 0 0,1 0 0,0 0 0,0 0 0,-1 0 0,2 0 0,-1 0 0,-1-1 0,1 3 0,-1-2 0,-1 1 0,0 0 0,0 1 0,-1 2 0,0 1 0,0-2 0,-1-1 0,1-1 0,0-1 0,2 0 0,0 0 0,-1-2 0,2 0 0,-2-1 0,2-1 0,0 2 0,-1 0 0,2 1 0,-3-1 0,4 0 0,-3 1 0,2 0 0,0 1 0,-1 0 0,0 0 0,0 0 0,-1 0 0,0 0 0,2-1 0,-1 1 0,1 0 0,0-3 0,0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78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84 1 24575,'0'4'0,"0"1"0,0 3 0,0 1 0,0 6 0,0-5 0,-2 8 0,0-10 0,-3 3 0,2-5 0,-1-1 0,1 1 0,0 0 0,0 0 0,1 0 0,0 0 0,0 0 0,0-1 0,-1 1 0,1 2 0,-1-1 0,0 1 0,0 1 0,0-1 0,0 1 0,0-1 0,0-1 0,0-1 0,0 0 0,1 0 0,0-1 0,0 1 0,0-1 0,0 0 0,1 0 0,-2-1 0,1 0 0,0-3 0,1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79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0 0 24575,'0'0'0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80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96 1 24575,'0'5'0,"0"1"0,0 3 0,0-1 0,0 3 0,0-3 0,0 4 0,0-3 0,0 3 0,-1-2 0,-1 0 0,-1 0 0,-1-1 0,0 0 0,1 2 0,-2-3 0,-1 3 0,1-3 0,0-1 0,2-2 0,1 1 0,-1 0 0,0-1 0,0 0 0,0 0 0,0-1 0,0 0 0,0 1 0,1 0 0,-1-1 0,1-1 0,-1 1 0,-1 1 0,0-1 0,-1 0 0,0-1 0,3-1 0,0-1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81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82 0 24575,'0'5'0,"0"0"0,0 6 0,0 2 0,0 2 0,0 0 0,0-4 0,0 1 0,0 1 0,0-1 0,0-2 0,0-2 0,0-2 0,-2-1 0,1-2 0,-1 1 0,0-2 0,1 2 0,-2-1 0,0 5 0,-1-2 0,1 3 0,0-3 0,0 0 0,1-1 0,-2 1 0,0 0 0,0 0 0,1 0 0,-1 0 0,0-1 0,0 0 0,0 0 0,1-2 0,0 1 0,0 1 0,-1-2 0,1 1 0,0-2 0,2 0 0,0-1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82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111 0 24575,'0'5'0,"0"1"0,0 1 0,0 1 0,0 2 0,0-1 0,-2 1 0,-1 3 0,-1 1 0,-2 2 0,0 0 0,0 0 0,-2 0 0,-1 1 0,4-4 0,-2-1 0,3-5 0,-1 0 0,0-1 0,1 0 0,1 0 0,0-1 0,-2 1 0,2-3 0,-1 1 0,0-2 0,1 1 0,0-1 0,0 2 0,1-1 0,1 1 0,0 0 0,1-2 0,-2-1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83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 0 24575,'0'0'0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84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153 0 24575,'-3'9'0,"0"1"0,-3 2 0,-1 2 0,1 2 0,-2 0 0,1-2 0,1 0 0,1-3 0,-1 0 0,-1 2 0,1-1 0,0-1 0,2-3 0,0-1 0,0-1 0,1 1 0,-1-1 0,2 0 0,0-2 0,0 1 0,-1-1 0,0 1 0,1 0 0,0-1 0,0 1 0,-1 0 0,1 0 0,-1 1 0,0 0 0,0-1 0,0 1 0,0 0 0,0 0 0,0 0 0,0 0 0,0 0 0,0-1 0,1 0 0,1 0 0,0-3 0,1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85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99 0 24575,'0'6'0,"0"-1"0,0 1 0,0 2 0,0 1 0,0-1 0,0 0 0,0-3 0,0 0 0,0 0 0,-1 0 0,0 1 0,-1 0 0,0 0 0,0-1 0,-1 1 0,-1 0 0,1 0 0,-2 2 0,0 1 0,1 1 0,-2-2 0,2 0 0,1-3 0,0 0 0,1 1 0,-1-1 0,0-1 0,0-2 0,1 0 0,-1 2 0,1-1 0,0 0 0,-1 1 0,1-1 0,-2 3 0,1-1 0,0 1 0,0-3 0,0 1 0,0 0 0,1-1 0,-1 0 0,2-2 0,0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86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154 0 24575,'0'8'0,"0"2"0,0 1 0,-2 2 0,-2 0 0,-2 1 0,-1 7 0,0-7 0,1 4 0,1-8 0,0-1 0,0-1 0,1-1 0,0-1 0,0 0 0,2 0 0,0 0 0,0 0 0,-1-1 0,0-1 0,2-1 0,-2 1 0,2 1 0,-1 0 0,-1 1 0,1-1 0,1 1 0,0 0 0,-2 0 0,0-1 0,1 1 0,-3 2 0,3-3 0,-3 3 0,3-3 0,-1 0 0,-1 1 0,-1 7 0,-1-5 0,1 5 0,1-7 0,1 0 0,0-1 0,0 1 0,1-2 0,-1 0 0,1-2 0,0-1 0,1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67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128 1 24575,'0'6'0,"0"2"0,0-1 0,0 1 0,0-1 0,0 0 0,0 1 0,0-1 0,0 3 0,0-2 0,0 3 0,0 0 0,0-3 0,0-1 0,-3-1 0,-1-1 0,0 1 0,1 0 0,1 0 0,0 0 0,0 0 0,-1 0 0,2 0 0,-1 0 0,-1-1 0,1 3 0,-1-2 0,-1 1 0,0 0 0,0 1 0,-1 2 0,0 1 0,0-2 0,-1-1 0,1-1 0,0-1 0,2 0 0,0 0 0,-1-2 0,2 0 0,-2-1 0,2-1 0,0 2 0,-1 0 0,2 1 0,-3-1 0,4 0 0,-3 1 0,2 0 0,0 1 0,-1 0 0,0 0 0,0 0 0,-1 0 0,0 0 0,2-1 0,-1 1 0,1 0 0,0-3 0,0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68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84 1 24575,'0'4'0,"0"1"0,0 3 0,0 1 0,0 6 0,0-5 0,-2 8 0,0-10 0,-3 3 0,2-5 0,-1-1 0,1 1 0,0 0 0,0 0 0,1 0 0,0 0 0,0 0 0,0-1 0,-1 1 0,1 2 0,-1-1 0,0 1 0,0 1 0,0-1 0,0 1 0,0-1 0,0-1 0,0-1 0,0 0 0,1 0 0,0-1 0,0 1 0,0-1 0,0 0 0,1 0 0,-2-1 0,1 0 0,0-3 0,1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69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0 0 24575,'0'0'0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70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96 1 24575,'0'5'0,"0"1"0,0 3 0,0-1 0,0 3 0,0-3 0,0 4 0,0-3 0,0 3 0,-1-2 0,-1 0 0,-1 0 0,-1-1 0,0 0 0,1 2 0,-2-3 0,-1 3 0,1-3 0,0-1 0,2-2 0,1 1 0,-1 0 0,0-1 0,0 0 0,0 0 0,0-1 0,0 0 0,0 1 0,1 0 0,-1-1 0,1-1 0,-1 1 0,-1 1 0,0-1 0,-1 0 0,0-1 0,3-1 0,0-1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71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82 0 24575,'0'5'0,"0"0"0,0 6 0,0 2 0,0 2 0,0 0 0,0-4 0,0 1 0,0 1 0,0-1 0,0-2 0,0-2 0,0-2 0,-2-1 0,1-2 0,-1 1 0,0-2 0,1 2 0,-2-1 0,0 5 0,-1-2 0,1 3 0,0-3 0,0 0 0,1-1 0,-2 1 0,0 0 0,0 0 0,1 0 0,-1 0 0,0-1 0,0 0 0,0 0 0,1-2 0,0 1 0,0 1 0,-1-2 0,1 1 0,0-2 0,2 0 0,0-1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72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111 0 24575,'0'5'0,"0"1"0,0 1 0,0 1 0,0 2 0,0-1 0,-2 1 0,-1 3 0,-1 1 0,-2 2 0,0 0 0,0 0 0,-2 0 0,-1 1 0,4-4 0,-2-1 0,3-5 0,-1 0 0,0-1 0,1 0 0,1 0 0,0-1 0,-2 1 0,2-3 0,-1 1 0,0-2 0,1 1 0,0-1 0,0 2 0,1-1 0,1 1 0,0 0 0,1-2 0,-2-1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73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 0 24575,'0'0'0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74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153 0 24575,'-3'9'0,"0"1"0,-3 2 0,-1 2 0,1 2 0,-2 0 0,1-2 0,1 0 0,1-3 0,-1 0 0,-1 2 0,1-1 0,0-1 0,2-3 0,0-1 0,0-1 0,1 1 0,-1-1 0,2 0 0,0-2 0,0 1 0,-1-1 0,0 1 0,1 0 0,0-1 0,0 1 0,-1 0 0,1 0 0,-1 1 0,0 0 0,0-1 0,0 1 0,0 0 0,0 0 0,0 0 0,0 0 0,0 0 0,0-1 0,1 0 0,1 0 0,0-3 0,1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75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99 0 24575,'0'6'0,"0"-1"0,0 1 0,0 2 0,0 1 0,0-1 0,0 0 0,0-3 0,0 0 0,0 0 0,-1 0 0,0 1 0,-1 0 0,0 0 0,0-1 0,-1 1 0,-1 0 0,1 0 0,-2 2 0,0 1 0,1 1 0,-2-2 0,2 0 0,1-3 0,0 0 0,1 1 0,-1-1 0,0-1 0,0-2 0,1 0 0,-1 2 0,1-1 0,0 0 0,-1 1 0,1-1 0,-2 3 0,1-1 0,0 1 0,0-3 0,0 1 0,0 0 0,1-1 0,-1 0 0,2-2 0,0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4:44:07.276"/>
    </inkml:context>
    <inkml:brush xml:id="br0">
      <inkml:brushProperty name="width" value="0.035" units="cm"/>
      <inkml:brushProperty name="height" value="0.035" units="cm"/>
      <inkml:brushProperty name="color" value="#7F7F7F"/>
    </inkml:brush>
  </inkml:definitions>
  <inkml:trace contextRef="#ctx0" brushRef="#br0">154 0 24575,'0'8'0,"0"2"0,0 1 0,-2 2 0,-2 0 0,-2 1 0,-1 7 0,0-7 0,1 4 0,1-8 0,0-1 0,0-1 0,1-1 0,0-1 0,0 0 0,2 0 0,0 0 0,0 0 0,-1-1 0,0-1 0,2-1 0,-2 1 0,2 1 0,-1 0 0,-1 1 0,1-1 0,1 1 0,0 0 0,-2 0 0,0-1 0,1 1 0,-3 2 0,3-3 0,-3 3 0,3-3 0,-1 0 0,-1 1 0,-1 7 0,-1-5 0,1 5 0,1-7 0,1 0 0,0-1 0,0 1 0,1-2 0,-1 0 0,1-2 0,0-1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324C9B-716C-4E46-AE27-6E73D942CD1F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7E73ED-3B64-B243-946F-F6AE4F5574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52102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E73ED-3B64-B243-946F-F6AE4F557452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62893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E73ED-3B64-B243-946F-F6AE4F557452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94731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E73ED-3B64-B243-946F-F6AE4F557452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24494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E73ED-3B64-B243-946F-F6AE4F557452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48001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1D5DD-1C62-0CD3-F67A-FC4F8F87A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7CB1C5-8406-03B2-0E54-AD7C17F98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1D42C4-9CDD-7843-6664-4A18363F5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1459-5DC6-FC4B-85B2-E881176CFD7E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3E59E5-909E-AA71-9FE2-2D65C261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9832D8-6EFF-1352-C230-56411E8B6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1DDE-1189-3A49-BF1D-A7A2EFCBBC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0336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04DB5-7175-687C-D9C3-5BF8A6FEE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59" y="55459"/>
            <a:ext cx="12037541" cy="763459"/>
          </a:xfrm>
        </p:spPr>
        <p:txBody>
          <a:bodyPr>
            <a:norm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7E2FBC-E20C-B1F2-7D6D-C8B53C1B2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EE2ED1-68F1-30AB-66C8-112A3E796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1459-5DC6-FC4B-85B2-E881176CFD7E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7C7135-2726-A661-CFED-26D51220F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D8E0BC-77A0-5001-72AE-B1B3B364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1DDE-1189-3A49-BF1D-A7A2EFCBBC75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cxnSp>
        <p:nvCxnSpPr>
          <p:cNvPr id="7" name="직선 연결선 4">
            <a:extLst>
              <a:ext uri="{FF2B5EF4-FFF2-40B4-BE49-F238E27FC236}">
                <a16:creationId xmlns:a16="http://schemas.microsoft.com/office/drawing/2014/main" id="{C42021FF-9BA2-5FC6-9D33-84573CF000EC}"/>
              </a:ext>
            </a:extLst>
          </p:cNvPr>
          <p:cNvCxnSpPr/>
          <p:nvPr userDrawn="1"/>
        </p:nvCxnSpPr>
        <p:spPr>
          <a:xfrm>
            <a:off x="0" y="900000"/>
            <a:ext cx="12192000" cy="0"/>
          </a:xfrm>
          <a:prstGeom prst="line">
            <a:avLst/>
          </a:prstGeom>
          <a:ln w="285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16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426A3D-F098-4D61-280E-5171B72B2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6ADDB4-3DC8-9C38-192E-F8C58CC31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06C4D5-CF47-AC6F-F65A-E20134ABE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1459-5DC6-FC4B-85B2-E881176CFD7E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853C67-3F1E-57CB-E3C7-A9D41AB02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AD14E7-0B26-80AE-761E-1A0C6976C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1DDE-1189-3A49-BF1D-A7A2EFCBBC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16364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85C2AC-DD4B-6404-32F8-1E87E378D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5729C8-3058-03E1-F205-BC513E7B8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3D8332-8458-4029-4F04-E2A5E012C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4FC413-D533-74C0-69BB-FDFDDEC6C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1459-5DC6-FC4B-85B2-E881176CFD7E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46E4DD-406F-1FDD-46C7-DACB2B653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DC8918-63D5-886D-FE76-CE2FF1191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1DDE-1189-3A49-BF1D-A7A2EFCBBC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204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72A74-0594-C827-B0D2-2CD804056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410FDB-44FB-EB50-ACA8-A782B2D0A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B0785D-ECD0-62FD-E940-E62EB49E7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2D6C80-212D-5813-E5A7-60125ABB3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1AD26C2-8008-7186-052B-4D7BCBF881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8D61D4F-04B0-FD97-3E7B-751B35A2F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1459-5DC6-FC4B-85B2-E881176CFD7E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717650-BEEF-2A44-9DCD-D7F48E0DD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FD47B5F-1D62-61A7-BA39-F4D895DE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1DDE-1189-3A49-BF1D-A7A2EFCBBC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1213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FB9A5-D4FA-01B4-95DF-1EF90C8C7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FBB76C-18E1-E7B5-7F66-D0A12C1C0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1459-5DC6-FC4B-85B2-E881176CFD7E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549F0F7-3A31-4773-12A8-D206501C2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E1AAE9-75B8-A68D-F4D2-3D8A81F15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1DDE-1189-3A49-BF1D-A7A2EFCBBC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613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E3E8D6D-7259-6536-D63F-FCC9074B4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1459-5DC6-FC4B-85B2-E881176CFD7E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981848-7428-9EE4-F557-7863413B5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2958C7-5912-E8A2-340B-C645DBA92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1DDE-1189-3A49-BF1D-A7A2EFCBBC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5787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2C42EA-4E58-823B-0FA7-2367AFA1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9ED099-DDD5-8973-CCD0-876FD84DA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C86471-D028-1383-87D5-45A0BEBF1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FAD123-6693-5154-0EA5-50DC7739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1459-5DC6-FC4B-85B2-E881176CFD7E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67D4FE-83BD-253E-84A1-FB8E938E8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FE80F8-90B7-AEE9-6D1F-5684D7FD5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1DDE-1189-3A49-BF1D-A7A2EFCBBC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77945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C95F56-ED01-A922-7970-0B72C4D16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40D8C2-AF20-1BCC-9BA6-91B10F2EF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67D80C-16DA-7053-74CF-1A9AB9C1C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41390F-4F83-3B70-6DBD-638BD3035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1459-5DC6-FC4B-85B2-E881176CFD7E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841C68-E9E4-0B93-8E12-F60D84E3B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BBA07A-DFA8-254E-C215-1E1A8AC83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1DDE-1189-3A49-BF1D-A7A2EFCBBC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953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F9B550-1B0A-FC1A-6E69-93BB17DE2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A52B82-0438-28BE-639E-F86FF449B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AE5164-A489-ACC2-1B21-F8BF83892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1459-5DC6-FC4B-85B2-E881176CFD7E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EFDBBD-99A2-3E2B-5499-B0FBEB7B0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5AC4E-3EBB-1B50-B676-1F00600B6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1DDE-1189-3A49-BF1D-A7A2EFCBBC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72361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63DA27C-4914-373F-B62A-B8EB7498B7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953B47-DD40-6B24-9A33-556655973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45929B-1F61-F09F-AB9E-223C0AB60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1459-5DC6-FC4B-85B2-E881176CFD7E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CA2A95-DCF4-58D1-1EDD-77E8C025E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192C4C-A8DD-914D-991D-9B7616857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11DDE-1189-3A49-BF1D-A7A2EFCBBC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79341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B203342-7A97-52A3-5265-79C3EB9E6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63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0B1C6D-0C4B-3A1E-2540-BC990F9C55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531459-5DC6-FC4B-85B2-E881176CFD7E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6881DF-A2F6-9F8C-D8A8-B32908D1E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C3EA0D-D5F6-D683-4A4C-FBC07A431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F11DDE-1189-3A49-BF1D-A7A2EFCBBC7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45853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png"/><Relationship Id="rId18" Type="http://schemas.openxmlformats.org/officeDocument/2006/relationships/customXml" Target="../ink/ink7.xml"/><Relationship Id="rId26" Type="http://schemas.openxmlformats.org/officeDocument/2006/relationships/image" Target="../media/image46.png"/><Relationship Id="rId39" Type="http://schemas.openxmlformats.org/officeDocument/2006/relationships/image" Target="../media/image52.png"/><Relationship Id="rId21" Type="http://schemas.openxmlformats.org/officeDocument/2006/relationships/customXml" Target="../ink/ink9.xml"/><Relationship Id="rId34" Type="http://schemas.openxmlformats.org/officeDocument/2006/relationships/image" Target="../media/image50.png"/><Relationship Id="rId42" Type="http://schemas.openxmlformats.org/officeDocument/2006/relationships/customXml" Target="../ink/ink20.xml"/><Relationship Id="rId47" Type="http://schemas.openxmlformats.org/officeDocument/2006/relationships/customXml" Target="../ink/ink24.xml"/><Relationship Id="rId50" Type="http://schemas.openxmlformats.org/officeDocument/2006/relationships/customXml" Target="../ink/ink27.xml"/><Relationship Id="rId55" Type="http://schemas.openxmlformats.org/officeDocument/2006/relationships/customXml" Target="../ink/ink32.xml"/><Relationship Id="rId63" Type="http://schemas.openxmlformats.org/officeDocument/2006/relationships/customXml" Target="../ink/ink40.xml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6.xml"/><Relationship Id="rId29" Type="http://schemas.openxmlformats.org/officeDocument/2006/relationships/customXml" Target="../ink/ink13.xml"/><Relationship Id="rId11" Type="http://schemas.openxmlformats.org/officeDocument/2006/relationships/image" Target="../media/image39.png"/><Relationship Id="rId24" Type="http://schemas.openxmlformats.org/officeDocument/2006/relationships/image" Target="../media/image45.png"/><Relationship Id="rId32" Type="http://schemas.openxmlformats.org/officeDocument/2006/relationships/image" Target="../media/image49.png"/><Relationship Id="rId37" Type="http://schemas.openxmlformats.org/officeDocument/2006/relationships/customXml" Target="../ink/ink17.xml"/><Relationship Id="rId40" Type="http://schemas.openxmlformats.org/officeDocument/2006/relationships/customXml" Target="../ink/ink19.xml"/><Relationship Id="rId45" Type="http://schemas.openxmlformats.org/officeDocument/2006/relationships/customXml" Target="../ink/ink22.xml"/><Relationship Id="rId53" Type="http://schemas.openxmlformats.org/officeDocument/2006/relationships/customXml" Target="../ink/ink30.xml"/><Relationship Id="rId58" Type="http://schemas.openxmlformats.org/officeDocument/2006/relationships/customXml" Target="../ink/ink35.xml"/><Relationship Id="rId5" Type="http://schemas.openxmlformats.org/officeDocument/2006/relationships/image" Target="../media/image36.png"/><Relationship Id="rId61" Type="http://schemas.openxmlformats.org/officeDocument/2006/relationships/customXml" Target="../ink/ink38.xml"/><Relationship Id="rId19" Type="http://schemas.openxmlformats.org/officeDocument/2006/relationships/customXml" Target="../ink/ink8.xml"/><Relationship Id="rId14" Type="http://schemas.openxmlformats.org/officeDocument/2006/relationships/customXml" Target="../ink/ink5.xml"/><Relationship Id="rId22" Type="http://schemas.openxmlformats.org/officeDocument/2006/relationships/image" Target="../media/image44.png"/><Relationship Id="rId27" Type="http://schemas.openxmlformats.org/officeDocument/2006/relationships/customXml" Target="../ink/ink12.xml"/><Relationship Id="rId30" Type="http://schemas.openxmlformats.org/officeDocument/2006/relationships/image" Target="../media/image48.png"/><Relationship Id="rId35" Type="http://schemas.openxmlformats.org/officeDocument/2006/relationships/customXml" Target="../ink/ink16.xml"/><Relationship Id="rId43" Type="http://schemas.openxmlformats.org/officeDocument/2006/relationships/image" Target="../media/image54.png"/><Relationship Id="rId48" Type="http://schemas.openxmlformats.org/officeDocument/2006/relationships/customXml" Target="../ink/ink25.xml"/><Relationship Id="rId56" Type="http://schemas.openxmlformats.org/officeDocument/2006/relationships/customXml" Target="../ink/ink33.xml"/><Relationship Id="rId64" Type="http://schemas.openxmlformats.org/officeDocument/2006/relationships/image" Target="../media/image55.png"/><Relationship Id="rId8" Type="http://schemas.openxmlformats.org/officeDocument/2006/relationships/customXml" Target="../ink/ink2.xml"/><Relationship Id="rId51" Type="http://schemas.openxmlformats.org/officeDocument/2006/relationships/customXml" Target="../ink/ink28.xml"/><Relationship Id="rId3" Type="http://schemas.openxmlformats.org/officeDocument/2006/relationships/image" Target="../media/image34.png"/><Relationship Id="rId12" Type="http://schemas.openxmlformats.org/officeDocument/2006/relationships/customXml" Target="../ink/ink4.xml"/><Relationship Id="rId17" Type="http://schemas.openxmlformats.org/officeDocument/2006/relationships/image" Target="../media/image42.png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customXml" Target="../ink/ink18.xml"/><Relationship Id="rId46" Type="http://schemas.openxmlformats.org/officeDocument/2006/relationships/customXml" Target="../ink/ink23.xml"/><Relationship Id="rId59" Type="http://schemas.openxmlformats.org/officeDocument/2006/relationships/customXml" Target="../ink/ink36.xml"/><Relationship Id="rId20" Type="http://schemas.openxmlformats.org/officeDocument/2006/relationships/image" Target="../media/image43.png"/><Relationship Id="rId41" Type="http://schemas.openxmlformats.org/officeDocument/2006/relationships/image" Target="../media/image53.png"/><Relationship Id="rId54" Type="http://schemas.openxmlformats.org/officeDocument/2006/relationships/customXml" Target="../ink/ink31.xml"/><Relationship Id="rId62" Type="http://schemas.openxmlformats.org/officeDocument/2006/relationships/customXml" Target="../ink/ink3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5" Type="http://schemas.openxmlformats.org/officeDocument/2006/relationships/image" Target="../media/image41.png"/><Relationship Id="rId23" Type="http://schemas.openxmlformats.org/officeDocument/2006/relationships/customXml" Target="../ink/ink10.xml"/><Relationship Id="rId28" Type="http://schemas.openxmlformats.org/officeDocument/2006/relationships/image" Target="../media/image47.png"/><Relationship Id="rId36" Type="http://schemas.openxmlformats.org/officeDocument/2006/relationships/image" Target="../media/image51.png"/><Relationship Id="rId49" Type="http://schemas.openxmlformats.org/officeDocument/2006/relationships/customXml" Target="../ink/ink26.xml"/><Relationship Id="rId57" Type="http://schemas.openxmlformats.org/officeDocument/2006/relationships/customXml" Target="../ink/ink34.xml"/><Relationship Id="rId10" Type="http://schemas.openxmlformats.org/officeDocument/2006/relationships/customXml" Target="../ink/ink3.xml"/><Relationship Id="rId31" Type="http://schemas.openxmlformats.org/officeDocument/2006/relationships/customXml" Target="../ink/ink14.xml"/><Relationship Id="rId44" Type="http://schemas.openxmlformats.org/officeDocument/2006/relationships/customXml" Target="../ink/ink21.xml"/><Relationship Id="rId52" Type="http://schemas.openxmlformats.org/officeDocument/2006/relationships/customXml" Target="../ink/ink29.xml"/><Relationship Id="rId60" Type="http://schemas.openxmlformats.org/officeDocument/2006/relationships/customXml" Target="../ink/ink37.xml"/><Relationship Id="rId4" Type="http://schemas.openxmlformats.org/officeDocument/2006/relationships/image" Target="../media/image35.pn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7.png"/><Relationship Id="rId7" Type="http://schemas.openxmlformats.org/officeDocument/2006/relationships/customXml" Target="../ink/ink42.xml"/><Relationship Id="rId12" Type="http://schemas.openxmlformats.org/officeDocument/2006/relationships/image" Target="../media/image62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customXml" Target="../ink/ink44.xml"/><Relationship Id="rId5" Type="http://schemas.openxmlformats.org/officeDocument/2006/relationships/customXml" Target="../ink/ink41.xml"/><Relationship Id="rId10" Type="http://schemas.openxmlformats.org/officeDocument/2006/relationships/image" Target="../media/image61.png"/><Relationship Id="rId4" Type="http://schemas.openxmlformats.org/officeDocument/2006/relationships/image" Target="../media/image58.png"/><Relationship Id="rId9" Type="http://schemas.openxmlformats.org/officeDocument/2006/relationships/customXml" Target="../ink/ink4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0.png"/><Relationship Id="rId7" Type="http://schemas.openxmlformats.org/officeDocument/2006/relationships/image" Target="../media/image820.png"/><Relationship Id="rId2" Type="http://schemas.openxmlformats.org/officeDocument/2006/relationships/image" Target="../media/image7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5" Type="http://schemas.openxmlformats.org/officeDocument/2006/relationships/image" Target="../media/image800.png"/><Relationship Id="rId4" Type="http://schemas.openxmlformats.org/officeDocument/2006/relationships/image" Target="../media/image79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1.png"/><Relationship Id="rId3" Type="http://schemas.openxmlformats.org/officeDocument/2006/relationships/image" Target="../media/image90.png"/><Relationship Id="rId7" Type="http://schemas.openxmlformats.org/officeDocument/2006/relationships/image" Target="../media/image881.png"/><Relationship Id="rId2" Type="http://schemas.openxmlformats.org/officeDocument/2006/relationships/image" Target="../media/image8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0.png"/><Relationship Id="rId5" Type="http://schemas.openxmlformats.org/officeDocument/2006/relationships/image" Target="../media/image861.png"/><Relationship Id="rId4" Type="http://schemas.openxmlformats.org/officeDocument/2006/relationships/image" Target="../media/image851.png"/><Relationship Id="rId9" Type="http://schemas.openxmlformats.org/officeDocument/2006/relationships/image" Target="../media/image90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0.png"/><Relationship Id="rId2" Type="http://schemas.openxmlformats.org/officeDocument/2006/relationships/image" Target="../media/image8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860.png"/><Relationship Id="rId4" Type="http://schemas.openxmlformats.org/officeDocument/2006/relationships/image" Target="../media/image850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6.png"/><Relationship Id="rId42" Type="http://schemas.openxmlformats.org/officeDocument/2006/relationships/customXml" Target="../ink/ink54.xml"/><Relationship Id="rId47" Type="http://schemas.openxmlformats.org/officeDocument/2006/relationships/customXml" Target="../ink/ink58.xml"/><Relationship Id="rId63" Type="http://schemas.openxmlformats.org/officeDocument/2006/relationships/customXml" Target="../ink/ink74.xml"/><Relationship Id="rId68" Type="http://schemas.openxmlformats.org/officeDocument/2006/relationships/customXml" Target="../ink/ink78.xml"/><Relationship Id="rId84" Type="http://schemas.openxmlformats.org/officeDocument/2006/relationships/customXml" Target="../ink/ink94.xml"/><Relationship Id="rId89" Type="http://schemas.openxmlformats.org/officeDocument/2006/relationships/customXml" Target="../ink/ink99.xml"/><Relationship Id="rId2" Type="http://schemas.openxmlformats.org/officeDocument/2006/relationships/image" Target="../media/image92.png"/><Relationship Id="rId29" Type="http://schemas.openxmlformats.org/officeDocument/2006/relationships/customXml" Target="../ink/ink47.xml"/><Relationship Id="rId32" Type="http://schemas.openxmlformats.org/officeDocument/2006/relationships/image" Target="../media/image49.png"/><Relationship Id="rId37" Type="http://schemas.openxmlformats.org/officeDocument/2006/relationships/customXml" Target="../ink/ink51.xml"/><Relationship Id="rId40" Type="http://schemas.openxmlformats.org/officeDocument/2006/relationships/customXml" Target="../ink/ink53.xml"/><Relationship Id="rId45" Type="http://schemas.openxmlformats.org/officeDocument/2006/relationships/customXml" Target="../ink/ink56.xml"/><Relationship Id="rId53" Type="http://schemas.openxmlformats.org/officeDocument/2006/relationships/customXml" Target="../ink/ink64.xml"/><Relationship Id="rId58" Type="http://schemas.openxmlformats.org/officeDocument/2006/relationships/customXml" Target="../ink/ink69.xml"/><Relationship Id="rId66" Type="http://schemas.openxmlformats.org/officeDocument/2006/relationships/customXml" Target="../ink/ink76.xml"/><Relationship Id="rId74" Type="http://schemas.openxmlformats.org/officeDocument/2006/relationships/customXml" Target="../ink/ink84.xml"/><Relationship Id="rId79" Type="http://schemas.openxmlformats.org/officeDocument/2006/relationships/customXml" Target="../ink/ink89.xml"/><Relationship Id="rId87" Type="http://schemas.openxmlformats.org/officeDocument/2006/relationships/customXml" Target="../ink/ink97.xml"/><Relationship Id="rId5" Type="http://schemas.openxmlformats.org/officeDocument/2006/relationships/customXml" Target="../ink/ink45.xml"/><Relationship Id="rId61" Type="http://schemas.openxmlformats.org/officeDocument/2006/relationships/customXml" Target="../ink/ink72.xml"/><Relationship Id="rId82" Type="http://schemas.openxmlformats.org/officeDocument/2006/relationships/customXml" Target="../ink/ink92.xml"/><Relationship Id="rId90" Type="http://schemas.openxmlformats.org/officeDocument/2006/relationships/customXml" Target="../ink/ink100.xml"/><Relationship Id="rId27" Type="http://schemas.openxmlformats.org/officeDocument/2006/relationships/customXml" Target="../ink/ink46.xml"/><Relationship Id="rId30" Type="http://schemas.openxmlformats.org/officeDocument/2006/relationships/image" Target="../media/image48.png"/><Relationship Id="rId35" Type="http://schemas.openxmlformats.org/officeDocument/2006/relationships/customXml" Target="../ink/ink50.xml"/><Relationship Id="rId43" Type="http://schemas.openxmlformats.org/officeDocument/2006/relationships/image" Target="../media/image54.png"/><Relationship Id="rId48" Type="http://schemas.openxmlformats.org/officeDocument/2006/relationships/customXml" Target="../ink/ink59.xml"/><Relationship Id="rId56" Type="http://schemas.openxmlformats.org/officeDocument/2006/relationships/customXml" Target="../ink/ink67.xml"/><Relationship Id="rId64" Type="http://schemas.openxmlformats.org/officeDocument/2006/relationships/image" Target="../media/image95.png"/><Relationship Id="rId69" Type="http://schemas.openxmlformats.org/officeDocument/2006/relationships/customXml" Target="../ink/ink79.xml"/><Relationship Id="rId77" Type="http://schemas.openxmlformats.org/officeDocument/2006/relationships/customXml" Target="../ink/ink87.xml"/><Relationship Id="rId51" Type="http://schemas.openxmlformats.org/officeDocument/2006/relationships/customXml" Target="../ink/ink62.xml"/><Relationship Id="rId72" Type="http://schemas.openxmlformats.org/officeDocument/2006/relationships/customXml" Target="../ink/ink82.xml"/><Relationship Id="rId80" Type="http://schemas.openxmlformats.org/officeDocument/2006/relationships/customXml" Target="../ink/ink90.xml"/><Relationship Id="rId85" Type="http://schemas.openxmlformats.org/officeDocument/2006/relationships/customXml" Target="../ink/ink95.xml"/><Relationship Id="rId93" Type="http://schemas.openxmlformats.org/officeDocument/2006/relationships/customXml" Target="../ink/ink103.xml"/><Relationship Id="rId3" Type="http://schemas.openxmlformats.org/officeDocument/2006/relationships/image" Target="../media/image93.png"/><Relationship Id="rId33" Type="http://schemas.openxmlformats.org/officeDocument/2006/relationships/customXml" Target="../ink/ink49.xml"/><Relationship Id="rId38" Type="http://schemas.openxmlformats.org/officeDocument/2006/relationships/customXml" Target="../ink/ink52.xml"/><Relationship Id="rId46" Type="http://schemas.openxmlformats.org/officeDocument/2006/relationships/customXml" Target="../ink/ink57.xml"/><Relationship Id="rId59" Type="http://schemas.openxmlformats.org/officeDocument/2006/relationships/customXml" Target="../ink/ink70.xml"/><Relationship Id="rId67" Type="http://schemas.openxmlformats.org/officeDocument/2006/relationships/customXml" Target="../ink/ink77.xml"/><Relationship Id="rId41" Type="http://schemas.openxmlformats.org/officeDocument/2006/relationships/image" Target="../media/image53.png"/><Relationship Id="rId54" Type="http://schemas.openxmlformats.org/officeDocument/2006/relationships/customXml" Target="../ink/ink65.xml"/><Relationship Id="rId62" Type="http://schemas.openxmlformats.org/officeDocument/2006/relationships/customXml" Target="../ink/ink73.xml"/><Relationship Id="rId70" Type="http://schemas.openxmlformats.org/officeDocument/2006/relationships/customXml" Target="../ink/ink80.xml"/><Relationship Id="rId75" Type="http://schemas.openxmlformats.org/officeDocument/2006/relationships/customXml" Target="../ink/ink85.xml"/><Relationship Id="rId83" Type="http://schemas.openxmlformats.org/officeDocument/2006/relationships/customXml" Target="../ink/ink93.xml"/><Relationship Id="rId88" Type="http://schemas.openxmlformats.org/officeDocument/2006/relationships/customXml" Target="../ink/ink98.xml"/><Relationship Id="rId91" Type="http://schemas.openxmlformats.org/officeDocument/2006/relationships/customXml" Target="../ink/ink101.xml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47.png"/><Relationship Id="rId36" Type="http://schemas.openxmlformats.org/officeDocument/2006/relationships/image" Target="../media/image51.png"/><Relationship Id="rId49" Type="http://schemas.openxmlformats.org/officeDocument/2006/relationships/customXml" Target="../ink/ink60.xml"/><Relationship Id="rId57" Type="http://schemas.openxmlformats.org/officeDocument/2006/relationships/customXml" Target="../ink/ink68.xml"/><Relationship Id="rId31" Type="http://schemas.openxmlformats.org/officeDocument/2006/relationships/customXml" Target="../ink/ink48.xml"/><Relationship Id="rId44" Type="http://schemas.openxmlformats.org/officeDocument/2006/relationships/customXml" Target="../ink/ink55.xml"/><Relationship Id="rId52" Type="http://schemas.openxmlformats.org/officeDocument/2006/relationships/customXml" Target="../ink/ink63.xml"/><Relationship Id="rId60" Type="http://schemas.openxmlformats.org/officeDocument/2006/relationships/customXml" Target="../ink/ink71.xml"/><Relationship Id="rId65" Type="http://schemas.openxmlformats.org/officeDocument/2006/relationships/customXml" Target="../ink/ink75.xml"/><Relationship Id="rId73" Type="http://schemas.openxmlformats.org/officeDocument/2006/relationships/customXml" Target="../ink/ink83.xml"/><Relationship Id="rId78" Type="http://schemas.openxmlformats.org/officeDocument/2006/relationships/customXml" Target="../ink/ink88.xml"/><Relationship Id="rId81" Type="http://schemas.openxmlformats.org/officeDocument/2006/relationships/customXml" Target="../ink/ink91.xml"/><Relationship Id="rId86" Type="http://schemas.openxmlformats.org/officeDocument/2006/relationships/customXml" Target="../ink/ink96.xml"/><Relationship Id="rId94" Type="http://schemas.openxmlformats.org/officeDocument/2006/relationships/customXml" Target="../ink/ink104.xml"/><Relationship Id="rId4" Type="http://schemas.openxmlformats.org/officeDocument/2006/relationships/image" Target="../media/image94.png"/><Relationship Id="rId39" Type="http://schemas.openxmlformats.org/officeDocument/2006/relationships/image" Target="../media/image52.png"/><Relationship Id="rId34" Type="http://schemas.openxmlformats.org/officeDocument/2006/relationships/image" Target="../media/image50.png"/><Relationship Id="rId50" Type="http://schemas.openxmlformats.org/officeDocument/2006/relationships/customXml" Target="../ink/ink61.xml"/><Relationship Id="rId55" Type="http://schemas.openxmlformats.org/officeDocument/2006/relationships/customXml" Target="../ink/ink66.xml"/><Relationship Id="rId76" Type="http://schemas.openxmlformats.org/officeDocument/2006/relationships/customXml" Target="../ink/ink86.xml"/><Relationship Id="rId71" Type="http://schemas.openxmlformats.org/officeDocument/2006/relationships/customXml" Target="../ink/ink81.xml"/><Relationship Id="rId92" Type="http://schemas.openxmlformats.org/officeDocument/2006/relationships/customXml" Target="../ink/ink10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18" Type="http://schemas.openxmlformats.org/officeDocument/2006/relationships/image" Target="../media/image107.png"/><Relationship Id="rId3" Type="http://schemas.openxmlformats.org/officeDocument/2006/relationships/image" Target="../media/image920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17" Type="http://schemas.openxmlformats.org/officeDocument/2006/relationships/image" Target="../media/image106.png"/><Relationship Id="rId2" Type="http://schemas.openxmlformats.org/officeDocument/2006/relationships/image" Target="../media/image910.png"/><Relationship Id="rId16" Type="http://schemas.openxmlformats.org/officeDocument/2006/relationships/image" Target="../media/image105.png"/><Relationship Id="rId20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0.png"/><Relationship Id="rId11" Type="http://schemas.openxmlformats.org/officeDocument/2006/relationships/image" Target="../media/image100.png"/><Relationship Id="rId5" Type="http://schemas.openxmlformats.org/officeDocument/2006/relationships/image" Target="../media/image940.png"/><Relationship Id="rId15" Type="http://schemas.openxmlformats.org/officeDocument/2006/relationships/image" Target="../media/image104.png"/><Relationship Id="rId10" Type="http://schemas.openxmlformats.org/officeDocument/2006/relationships/image" Target="../media/image99.png"/><Relationship Id="rId19" Type="http://schemas.openxmlformats.org/officeDocument/2006/relationships/image" Target="../media/image108.png"/><Relationship Id="rId4" Type="http://schemas.openxmlformats.org/officeDocument/2006/relationships/image" Target="../media/image930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0.png"/><Relationship Id="rId2" Type="http://schemas.openxmlformats.org/officeDocument/2006/relationships/image" Target="../media/image8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90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5" Type="http://schemas.openxmlformats.org/officeDocument/2006/relationships/image" Target="../media/image114.png"/><Relationship Id="rId10" Type="http://schemas.openxmlformats.org/officeDocument/2006/relationships/image" Target="../media/image119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990.png"/><Relationship Id="rId7" Type="http://schemas.openxmlformats.org/officeDocument/2006/relationships/image" Target="../media/image1030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0.png"/><Relationship Id="rId5" Type="http://schemas.openxmlformats.org/officeDocument/2006/relationships/image" Target="../media/image1010.png"/><Relationship Id="rId10" Type="http://schemas.openxmlformats.org/officeDocument/2006/relationships/image" Target="../media/image1060.png"/><Relationship Id="rId4" Type="http://schemas.openxmlformats.org/officeDocument/2006/relationships/image" Target="../media/image1000.png"/><Relationship Id="rId9" Type="http://schemas.openxmlformats.org/officeDocument/2006/relationships/image" Target="../media/image105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0.png"/><Relationship Id="rId3" Type="http://schemas.openxmlformats.org/officeDocument/2006/relationships/image" Target="../media/image1320.png"/><Relationship Id="rId7" Type="http://schemas.openxmlformats.org/officeDocument/2006/relationships/image" Target="../media/image1120.png"/><Relationship Id="rId2" Type="http://schemas.openxmlformats.org/officeDocument/2006/relationships/image" Target="../media/image10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0.png"/><Relationship Id="rId5" Type="http://schemas.openxmlformats.org/officeDocument/2006/relationships/image" Target="../media/image134.png"/><Relationship Id="rId4" Type="http://schemas.openxmlformats.org/officeDocument/2006/relationships/image" Target="../media/image1330.png"/><Relationship Id="rId9" Type="http://schemas.openxmlformats.org/officeDocument/2006/relationships/image" Target="../media/image114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0.png"/><Relationship Id="rId2" Type="http://schemas.openxmlformats.org/officeDocument/2006/relationships/image" Target="../media/image11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E75929-91C8-5061-CDD6-14276FF7C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87324"/>
            <a:ext cx="9144000" cy="590931"/>
          </a:xfrm>
        </p:spPr>
        <p:txBody>
          <a:bodyPr>
            <a:spAutoFit/>
          </a:bodyPr>
          <a:lstStyle/>
          <a:p>
            <a:r>
              <a:rPr kumimoji="1"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Gaussian Process Seminar</a:t>
            </a:r>
            <a:endParaRPr kumimoji="1" lang="ko-KR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518EA-8A2D-8CDD-DD60-3E210CDCA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64287"/>
            <a:ext cx="9144000" cy="920535"/>
          </a:xfrm>
        </p:spPr>
        <p:txBody>
          <a:bodyPr/>
          <a:lstStyle/>
          <a:p>
            <a:r>
              <a:rPr kumimoji="1" lang="en-US" altLang="ko-KR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Ch6. Utility functions for optimization </a:t>
            </a:r>
          </a:p>
          <a:p>
            <a:r>
              <a:rPr kumimoji="1" lang="en-US" altLang="ko-KR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~ Ch7.5 Common Bayesian optimization policies</a:t>
            </a:r>
            <a:endParaRPr kumimoji="1" lang="ko-KR" alt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36C71F19-1BE3-4DDB-F1BA-D3CB00BF8181}"/>
              </a:ext>
            </a:extLst>
          </p:cNvPr>
          <p:cNvSpPr txBox="1">
            <a:spLocks/>
          </p:cNvSpPr>
          <p:nvPr/>
        </p:nvSpPr>
        <p:spPr>
          <a:xfrm>
            <a:off x="4806778" y="4982951"/>
            <a:ext cx="2578443" cy="47157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Kyeongtae</a:t>
            </a:r>
            <a:r>
              <a:rPr kumimoji="1"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Ko</a:t>
            </a:r>
            <a:endParaRPr kumimoji="1"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65E4A3C8-91BC-FF7A-6001-CF69A8CA10C0}"/>
              </a:ext>
            </a:extLst>
          </p:cNvPr>
          <p:cNvSpPr txBox="1">
            <a:spLocks/>
          </p:cNvSpPr>
          <p:nvPr/>
        </p:nvSpPr>
        <p:spPr>
          <a:xfrm>
            <a:off x="4476233" y="5524545"/>
            <a:ext cx="3239532" cy="766118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Uncertainty Quantification Lab</a:t>
            </a:r>
          </a:p>
          <a:p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Seoul National University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3537F721-F96B-3C3B-34D5-26DB11AE0FD3}"/>
              </a:ext>
            </a:extLst>
          </p:cNvPr>
          <p:cNvSpPr txBox="1">
            <a:spLocks/>
          </p:cNvSpPr>
          <p:nvPr/>
        </p:nvSpPr>
        <p:spPr>
          <a:xfrm>
            <a:off x="3663777" y="4332099"/>
            <a:ext cx="4864445" cy="36246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February 26, 2026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049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AA4725-5FC5-60AE-D2D3-FB0C20A45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59" y="245597"/>
            <a:ext cx="12037541" cy="383182"/>
          </a:xfrm>
        </p:spPr>
        <p:txBody>
          <a:bodyPr>
            <a:spAutoFit/>
          </a:bodyPr>
          <a:lstStyle/>
          <a:p>
            <a:r>
              <a:rPr kumimoji="1" lang="en-US" altLang="ko-KR" dirty="0"/>
              <a:t>Brief recap of chapter 5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2537E7-4C2A-1BA5-9465-0D76A10DBFD3}"/>
              </a:ext>
            </a:extLst>
          </p:cNvPr>
          <p:cNvSpPr txBox="1"/>
          <p:nvPr/>
        </p:nvSpPr>
        <p:spPr>
          <a:xfrm>
            <a:off x="513011" y="1211876"/>
            <a:ext cx="3845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Policy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이용해서 다음 탐색할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선택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A7A9AC-8B7F-077B-3D8F-B7C1FE5F3310}"/>
              </a:ext>
            </a:extLst>
          </p:cNvPr>
          <p:cNvSpPr txBox="1"/>
          <p:nvPr/>
        </p:nvSpPr>
        <p:spPr>
          <a:xfrm>
            <a:off x="5156917" y="1211876"/>
            <a:ext cx="18389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관측되는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획득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935582C-CE3F-FCA3-67E3-E849566DE3F8}"/>
              </a:ext>
            </a:extLst>
          </p:cNvPr>
          <p:cNvCxnSpPr>
            <a:cxnSpLocks/>
          </p:cNvCxnSpPr>
          <p:nvPr/>
        </p:nvCxnSpPr>
        <p:spPr>
          <a:xfrm flipV="1">
            <a:off x="7161339" y="1369779"/>
            <a:ext cx="710452" cy="11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4DDD70-2C6A-AEE9-6153-81B1064B2D34}"/>
                  </a:ext>
                </a:extLst>
              </p:cNvPr>
              <p:cNvSpPr txBox="1"/>
              <p:nvPr/>
            </p:nvSpPr>
            <p:spPr>
              <a:xfrm>
                <a:off x="8174751" y="1200502"/>
                <a:ext cx="21479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데이터 셋 </a:t>
                </a:r>
                <a14:m>
                  <m:oMath xmlns:m="http://schemas.openxmlformats.org/officeDocument/2006/math">
                    <m:r>
                      <a:rPr kumimoji="1" lang="en-US" altLang="ko-KR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𝐷</m:t>
                    </m:r>
                  </m:oMath>
                </a14:m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업데이트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4DDD70-2C6A-AEE9-6153-81B1064B2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751" y="1200502"/>
                <a:ext cx="2147960" cy="338554"/>
              </a:xfrm>
              <a:prstGeom prst="rect">
                <a:avLst/>
              </a:prstGeom>
              <a:blipFill>
                <a:blip r:embed="rId2"/>
                <a:stretch>
                  <a:fillRect l="-1176" t="-3704" r="-588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자유형 11">
            <a:extLst>
              <a:ext uri="{FF2B5EF4-FFF2-40B4-BE49-F238E27FC236}">
                <a16:creationId xmlns:a16="http://schemas.microsoft.com/office/drawing/2014/main" id="{470D1ED2-52A8-4B60-84F5-A77E69624C41}"/>
              </a:ext>
            </a:extLst>
          </p:cNvPr>
          <p:cNvSpPr/>
          <p:nvPr/>
        </p:nvSpPr>
        <p:spPr>
          <a:xfrm>
            <a:off x="3716206" y="1619301"/>
            <a:ext cx="5360504" cy="1053549"/>
          </a:xfrm>
          <a:custGeom>
            <a:avLst/>
            <a:gdLst>
              <a:gd name="csX0" fmla="*/ 5360504 w 5360504"/>
              <a:gd name="csY0" fmla="*/ 6626 h 1053549"/>
              <a:gd name="csX1" fmla="*/ 2392017 w 5360504"/>
              <a:gd name="csY1" fmla="*/ 1053548 h 1053549"/>
              <a:gd name="csX2" fmla="*/ 0 w 5360504"/>
              <a:gd name="csY2" fmla="*/ 0 h 10535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360504" h="1053549">
                <a:moveTo>
                  <a:pt x="5360504" y="6626"/>
                </a:moveTo>
                <a:cubicBezTo>
                  <a:pt x="4322969" y="530639"/>
                  <a:pt x="3285434" y="1054652"/>
                  <a:pt x="2392017" y="1053548"/>
                </a:cubicBezTo>
                <a:cubicBezTo>
                  <a:pt x="1498600" y="1052444"/>
                  <a:pt x="749300" y="526222"/>
                  <a:pt x="0" y="0"/>
                </a:cubicBezTo>
              </a:path>
            </a:pathLst>
          </a:custGeom>
          <a:noFill/>
          <a:ln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92BD51-5C2E-5F56-9439-EDC127466941}"/>
              </a:ext>
            </a:extLst>
          </p:cNvPr>
          <p:cNvSpPr txBox="1"/>
          <p:nvPr/>
        </p:nvSpPr>
        <p:spPr>
          <a:xfrm>
            <a:off x="3910145" y="2778460"/>
            <a:ext cx="4371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이 과정을 반복하면서 최적화를 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수행해나간다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F3C108B-11FD-F9AC-1054-7BD7DA15C98E}"/>
              </a:ext>
            </a:extLst>
          </p:cNvPr>
          <p:cNvGrpSpPr/>
          <p:nvPr/>
        </p:nvGrpSpPr>
        <p:grpSpPr>
          <a:xfrm>
            <a:off x="575440" y="1539056"/>
            <a:ext cx="1319621" cy="2342658"/>
            <a:chOff x="2046432" y="1562643"/>
            <a:chExt cx="1319621" cy="2342658"/>
          </a:xfrm>
        </p:grpSpPr>
        <p:cxnSp>
          <p:nvCxnSpPr>
            <p:cNvPr id="15" name="직선 연결선[R] 14">
              <a:extLst>
                <a:ext uri="{FF2B5EF4-FFF2-40B4-BE49-F238E27FC236}">
                  <a16:creationId xmlns:a16="http://schemas.microsoft.com/office/drawing/2014/main" id="{22C2BCD9-7C8C-2F21-5A7A-95E045F19B4E}"/>
                </a:ext>
              </a:extLst>
            </p:cNvPr>
            <p:cNvCxnSpPr>
              <a:cxnSpLocks/>
            </p:cNvCxnSpPr>
            <p:nvPr/>
          </p:nvCxnSpPr>
          <p:spPr>
            <a:xfrm>
              <a:off x="2046432" y="1562643"/>
              <a:ext cx="596348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168BED3B-FF74-6E07-DCC4-D96A00823E09}"/>
                </a:ext>
              </a:extLst>
            </p:cNvPr>
            <p:cNvCxnSpPr/>
            <p:nvPr/>
          </p:nvCxnSpPr>
          <p:spPr>
            <a:xfrm>
              <a:off x="2337980" y="1562643"/>
              <a:ext cx="0" cy="234265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165741E6-3EC1-75F3-1F8F-0B275F9D5DDA}"/>
                </a:ext>
              </a:extLst>
            </p:cNvPr>
            <p:cNvCxnSpPr>
              <a:cxnSpLocks/>
            </p:cNvCxnSpPr>
            <p:nvPr/>
          </p:nvCxnSpPr>
          <p:spPr>
            <a:xfrm>
              <a:off x="2337980" y="3905301"/>
              <a:ext cx="1028073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E43A795-62D2-9462-EAAA-978027A77FF9}"/>
              </a:ext>
            </a:extLst>
          </p:cNvPr>
          <p:cNvSpPr txBox="1"/>
          <p:nvPr/>
        </p:nvSpPr>
        <p:spPr>
          <a:xfrm>
            <a:off x="1895061" y="3712437"/>
            <a:ext cx="52148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결국 최적화의 성능은 거의 전적으로 </a:t>
            </a:r>
            <a:r>
              <a:rPr kumimoji="1" lang="en-US" altLang="ko-KR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policy</a:t>
            </a:r>
            <a:r>
              <a:rPr kumimoji="1" lang="ko-KR" altLang="en-US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가 결정한다</a:t>
            </a:r>
            <a:r>
              <a:rPr kumimoji="1" lang="en-US" altLang="ko-KR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29FF79-CEF0-2606-15E0-935B62223742}"/>
              </a:ext>
            </a:extLst>
          </p:cNvPr>
          <p:cNvSpPr txBox="1"/>
          <p:nvPr/>
        </p:nvSpPr>
        <p:spPr>
          <a:xfrm>
            <a:off x="1381024" y="4535486"/>
            <a:ext cx="5625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사람이 합리적으로 선택할 때 사용하는 좋은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policy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의 원칙은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705FCB-4665-9DF8-44C7-88862656AFEA}"/>
              </a:ext>
            </a:extLst>
          </p:cNvPr>
          <p:cNvSpPr txBox="1"/>
          <p:nvPr/>
        </p:nvSpPr>
        <p:spPr>
          <a:xfrm>
            <a:off x="6812090" y="4535486"/>
            <a:ext cx="41665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반환될 데이터의 가치를 최대화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하는 것이다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15FEDE-B741-0970-F17C-99E35F0B7151}"/>
              </a:ext>
            </a:extLst>
          </p:cNvPr>
          <p:cNvSpPr txBox="1"/>
          <p:nvPr/>
        </p:nvSpPr>
        <p:spPr>
          <a:xfrm>
            <a:off x="1381024" y="4979650"/>
            <a:ext cx="99469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최적화가 끝났을 때의 가치를 최대화하기 위해서는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sequential decision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으로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고려해야 하지만 계산이 어렵다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AAE537-FF25-B145-9DE3-BDD12B7F3DD6}"/>
              </a:ext>
            </a:extLst>
          </p:cNvPr>
          <p:cNvSpPr txBox="1"/>
          <p:nvPr/>
        </p:nvSpPr>
        <p:spPr>
          <a:xfrm>
            <a:off x="1387347" y="5393470"/>
            <a:ext cx="63321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그래서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horizon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을 제한하거나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rollout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의 방법들을 이용해 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근사했었다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E44E54-007A-95D6-BC1E-76932837F740}"/>
              </a:ext>
            </a:extLst>
          </p:cNvPr>
          <p:cNvSpPr txBox="1"/>
          <p:nvPr/>
        </p:nvSpPr>
        <p:spPr>
          <a:xfrm>
            <a:off x="1436360" y="6519446"/>
            <a:ext cx="10865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장에서는 최적화가 끝난 후 추천의 관점에서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라는 개념을 통해 데이터의 가치를 높이는 점을 추천하려고 한다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EAF1DAE3-C290-9BF8-E87D-0C4550D7BB96}"/>
              </a:ext>
            </a:extLst>
          </p:cNvPr>
          <p:cNvCxnSpPr>
            <a:cxnSpLocks/>
          </p:cNvCxnSpPr>
          <p:nvPr/>
        </p:nvCxnSpPr>
        <p:spPr>
          <a:xfrm>
            <a:off x="4328826" y="1381153"/>
            <a:ext cx="6527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504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21" grpId="0"/>
      <p:bldP spid="22" grpId="0"/>
      <p:bldP spid="23" grpId="0"/>
      <p:bldP spid="24" grpId="0"/>
      <p:bldP spid="25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E8F854-A667-57A4-9769-5DE048FEF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59" y="245597"/>
            <a:ext cx="12037541" cy="383182"/>
          </a:xfrm>
        </p:spPr>
        <p:txBody>
          <a:bodyPr>
            <a:spAutoFit/>
          </a:bodyPr>
          <a:lstStyle/>
          <a:p>
            <a:r>
              <a:rPr kumimoji="1" lang="en-US" altLang="ko-KR" dirty="0"/>
              <a:t>Three key concepts to understand before moving on.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241685-8F6B-9002-332E-E7888DE6D0F8}"/>
              </a:ext>
            </a:extLst>
          </p:cNvPr>
          <p:cNvSpPr txBox="1"/>
          <p:nvPr/>
        </p:nvSpPr>
        <p:spPr>
          <a:xfrm>
            <a:off x="154459" y="967301"/>
            <a:ext cx="191725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1. Utility function </a:t>
            </a:r>
          </a:p>
          <a:p>
            <a:pPr algn="l"/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2. Reward</a:t>
            </a:r>
          </a:p>
          <a:p>
            <a:pPr algn="l"/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3. Acquisition function</a:t>
            </a:r>
            <a:endParaRPr kumimoji="1"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E7E153-7871-F4BA-3AF0-A5775194CF93}"/>
              </a:ext>
            </a:extLst>
          </p:cNvPr>
          <p:cNvSpPr txBox="1"/>
          <p:nvPr/>
        </p:nvSpPr>
        <p:spPr>
          <a:xfrm>
            <a:off x="776422" y="1808599"/>
            <a:ext cx="5647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Utility function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: f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에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대한 선호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효용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을 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수치화하는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함수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CD7C57-EE1C-ADF9-4E03-C0AEAC64F5E0}"/>
              </a:ext>
            </a:extLst>
          </p:cNvPr>
          <p:cNvSpPr txBox="1"/>
          <p:nvPr/>
        </p:nvSpPr>
        <p:spPr>
          <a:xfrm>
            <a:off x="776422" y="2620628"/>
            <a:ext cx="66239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데이터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가 주어진 후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얻은 결과를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utility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로 평가한 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실현값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201C89-A75B-0E1C-C591-78F1FC52FDE5}"/>
                  </a:ext>
                </a:extLst>
              </p:cNvPr>
              <p:cNvSpPr txBox="1"/>
              <p:nvPr/>
            </p:nvSpPr>
            <p:spPr>
              <a:xfrm>
                <a:off x="1051710" y="2090988"/>
                <a:ext cx="147950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e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g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  </m:t>
                      </m:r>
                      <m:r>
                        <m:rPr>
                          <m:sty m:val="p"/>
                        </m:rP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u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ϕ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ϕ</m:t>
                      </m:r>
                    </m:oMath>
                  </m:oMathPara>
                </a14:m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201C89-A75B-0E1C-C591-78F1FC52F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710" y="2090988"/>
                <a:ext cx="1479508" cy="338554"/>
              </a:xfrm>
              <a:prstGeom prst="rect">
                <a:avLst/>
              </a:prstGeom>
              <a:blipFill>
                <a:blip r:embed="rId2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E1477EA-B630-B307-DD31-D4D236FF262F}"/>
              </a:ext>
            </a:extLst>
          </p:cNvPr>
          <p:cNvSpPr txBox="1"/>
          <p:nvPr/>
        </p:nvSpPr>
        <p:spPr>
          <a:xfrm>
            <a:off x="776422" y="3369338"/>
            <a:ext cx="44887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Acquisition function :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차의 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기댓값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CF5BD1-EC46-5303-8F15-0F4D25A02774}"/>
                  </a:ext>
                </a:extLst>
              </p:cNvPr>
              <p:cNvSpPr txBox="1"/>
              <p:nvPr/>
            </p:nvSpPr>
            <p:spPr>
              <a:xfrm>
                <a:off x="1054538" y="2903017"/>
                <a:ext cx="198291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e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g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  </m:t>
                      </m:r>
                      <m:r>
                        <m:rPr>
                          <m:sty m:val="p"/>
                        </m:rP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r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D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)=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𝑚𝑎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CF5BD1-EC46-5303-8F15-0F4D25A02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538" y="2903017"/>
                <a:ext cx="1982915" cy="338554"/>
              </a:xfrm>
              <a:prstGeom prst="rect">
                <a:avLst/>
              </a:prstGeom>
              <a:blipFill>
                <a:blip r:embed="rId3"/>
                <a:stretch>
                  <a:fillRect b="-17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BE02B7-2F47-4DCE-34A3-065E632EEE84}"/>
                  </a:ext>
                </a:extLst>
              </p:cNvPr>
              <p:cNvSpPr txBox="1"/>
              <p:nvPr/>
            </p:nvSpPr>
            <p:spPr>
              <a:xfrm>
                <a:off x="1051710" y="3651727"/>
                <a:ext cx="3128677" cy="459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𝑒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𝑔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  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𝛼</m:t>
                      </m:r>
                      <m:d>
                        <m:d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kumimoji="1" lang="en-US" altLang="ko-KR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  <m:d>
                                    <m:dPr>
                                      <m:ctrlPr>
                                        <a:rPr kumimoji="1" lang="en-US" altLang="ko-KR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𝐷</m:t>
                                      </m:r>
                                      <m:r>
                                        <a:rPr kumimoji="1" lang="en-US" altLang="ko-KR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’</m:t>
                                      </m:r>
                                    </m:e>
                                  </m:d>
                                  <m:r>
                                    <a:rPr kumimoji="1" lang="en-US" altLang="ko-KR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kumimoji="1" lang="en-US" altLang="ko-KR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  <m:d>
                                    <m:dPr>
                                      <m:ctrlPr>
                                        <a:rPr kumimoji="1" lang="en-US" altLang="ko-KR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BE02B7-2F47-4DCE-34A3-065E632EE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710" y="3651727"/>
                <a:ext cx="3128677" cy="4590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13B153BE-9719-09CE-C10B-38C7FDF873AF}"/>
              </a:ext>
            </a:extLst>
          </p:cNvPr>
          <p:cNvCxnSpPr>
            <a:cxnSpLocks/>
          </p:cNvCxnSpPr>
          <p:nvPr/>
        </p:nvCxnSpPr>
        <p:spPr>
          <a:xfrm>
            <a:off x="1583987" y="4118656"/>
            <a:ext cx="24409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27F605F-D356-5956-B5F7-3EC9C94E5FC5}"/>
              </a:ext>
            </a:extLst>
          </p:cNvPr>
          <p:cNvSpPr txBox="1"/>
          <p:nvPr/>
        </p:nvSpPr>
        <p:spPr>
          <a:xfrm>
            <a:off x="776423" y="4164513"/>
            <a:ext cx="43027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최적화 과정에서 다음 점을 선택할 때 사용되는 기준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08982B-83FA-6B5F-0E9A-2A57D0CD4557}"/>
              </a:ext>
            </a:extLst>
          </p:cNvPr>
          <p:cNvSpPr txBox="1"/>
          <p:nvPr/>
        </p:nvSpPr>
        <p:spPr>
          <a:xfrm>
            <a:off x="776422" y="4413495"/>
            <a:ext cx="43027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현재보다 더 높은 가치를 만드는 점을 선택하기 위해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39413C-5F9B-0986-B0DF-7B60E789FAEF}"/>
              </a:ext>
            </a:extLst>
          </p:cNvPr>
          <p:cNvSpPr txBox="1"/>
          <p:nvPr/>
        </p:nvSpPr>
        <p:spPr>
          <a:xfrm>
            <a:off x="1884209" y="4928911"/>
            <a:ext cx="89482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장에서 우리는 최적화가 끝났을 때 어떤 점을 최종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optimal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로 추천할 것인가에 대한 논의를 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43E71B-29EE-8D4B-767F-B986D0D4D5F1}"/>
              </a:ext>
            </a:extLst>
          </p:cNvPr>
          <p:cNvSpPr txBox="1"/>
          <p:nvPr/>
        </p:nvSpPr>
        <p:spPr>
          <a:xfrm>
            <a:off x="2358438" y="5359148"/>
            <a:ext cx="74751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그 때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우리는 최적화로부터 나온 데이터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의 가치를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이용해 판단하고 </a:t>
            </a:r>
            <a:endParaRPr kumimoji="1"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그를 최대로 하는 점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최종 추천하려 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18323F-6E6D-A451-303C-C55E1728C6B5}"/>
              </a:ext>
            </a:extLst>
          </p:cNvPr>
          <p:cNvSpPr txBox="1"/>
          <p:nvPr/>
        </p:nvSpPr>
        <p:spPr>
          <a:xfrm>
            <a:off x="6173229" y="6519446"/>
            <a:ext cx="60740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정확히 어떤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kumimoji="1" lang="ko-KR" alt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사용해서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optimal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한 추천을 할 수 있을까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kumimoji="1"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5C53A37-348D-A8CF-74C8-CD6227F2EF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6012" y="1053934"/>
            <a:ext cx="4124463" cy="11672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081F7E-496D-8336-CD15-7F8649DEB3DE}"/>
              </a:ext>
            </a:extLst>
          </p:cNvPr>
          <p:cNvSpPr txBox="1"/>
          <p:nvPr/>
        </p:nvSpPr>
        <p:spPr>
          <a:xfrm>
            <a:off x="6188765" y="3929270"/>
            <a:ext cx="6848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Utility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BD4369-B73B-1D63-8455-06D49B80B024}"/>
              </a:ext>
            </a:extLst>
          </p:cNvPr>
          <p:cNvSpPr txBox="1"/>
          <p:nvPr/>
        </p:nvSpPr>
        <p:spPr>
          <a:xfrm>
            <a:off x="7232342" y="3929270"/>
            <a:ext cx="8899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38F04C-6993-B2EB-A538-8AC675392B67}"/>
              </a:ext>
            </a:extLst>
          </p:cNvPr>
          <p:cNvSpPr txBox="1"/>
          <p:nvPr/>
        </p:nvSpPr>
        <p:spPr>
          <a:xfrm>
            <a:off x="8481103" y="3941486"/>
            <a:ext cx="19495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Acquisition function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32850BD-3A39-529D-0E9C-85852BDFE7ED}"/>
              </a:ext>
            </a:extLst>
          </p:cNvPr>
          <p:cNvCxnSpPr>
            <a:stCxn id="13" idx="3"/>
          </p:cNvCxnSpPr>
          <p:nvPr/>
        </p:nvCxnSpPr>
        <p:spPr>
          <a:xfrm>
            <a:off x="6873568" y="4098547"/>
            <a:ext cx="2682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E7E37D8-5191-2D4C-D084-0B33D1216243}"/>
              </a:ext>
            </a:extLst>
          </p:cNvPr>
          <p:cNvCxnSpPr/>
          <p:nvPr/>
        </p:nvCxnSpPr>
        <p:spPr>
          <a:xfrm>
            <a:off x="8172281" y="4098547"/>
            <a:ext cx="2682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61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2D025B-7DC9-9778-4B2D-907039EBC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59" y="245597"/>
            <a:ext cx="12037541" cy="383182"/>
          </a:xfrm>
        </p:spPr>
        <p:txBody>
          <a:bodyPr>
            <a:spAutoFit/>
          </a:bodyPr>
          <a:lstStyle/>
          <a:p>
            <a:r>
              <a:rPr kumimoji="1" lang="en-US" altLang="ko-KR" dirty="0"/>
              <a:t>Simple &amp; global reward are representative rewards for this task.</a:t>
            </a:r>
            <a:endParaRPr kumimoji="1" lang="ko-KR" altLang="en-US" dirty="0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2280F184-2164-D2CD-9855-48B81B70677E}"/>
              </a:ext>
            </a:extLst>
          </p:cNvPr>
          <p:cNvCxnSpPr>
            <a:cxnSpLocks/>
          </p:cNvCxnSpPr>
          <p:nvPr/>
        </p:nvCxnSpPr>
        <p:spPr>
          <a:xfrm>
            <a:off x="501443" y="2594370"/>
            <a:ext cx="35987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자유형 4">
            <a:extLst>
              <a:ext uri="{FF2B5EF4-FFF2-40B4-BE49-F238E27FC236}">
                <a16:creationId xmlns:a16="http://schemas.microsoft.com/office/drawing/2014/main" id="{257CDEEC-772B-ACB9-ACF0-320666779B42}"/>
              </a:ext>
            </a:extLst>
          </p:cNvPr>
          <p:cNvSpPr/>
          <p:nvPr/>
        </p:nvSpPr>
        <p:spPr>
          <a:xfrm>
            <a:off x="678556" y="1590915"/>
            <a:ext cx="3295135" cy="914898"/>
          </a:xfrm>
          <a:custGeom>
            <a:avLst/>
            <a:gdLst>
              <a:gd name="csX0" fmla="*/ 0 w 3295135"/>
              <a:gd name="csY0" fmla="*/ 914898 h 914898"/>
              <a:gd name="csX1" fmla="*/ 584886 w 3295135"/>
              <a:gd name="csY1" fmla="*/ 305298 h 914898"/>
              <a:gd name="csX2" fmla="*/ 1136821 w 3295135"/>
              <a:gd name="csY2" fmla="*/ 873709 h 914898"/>
              <a:gd name="csX3" fmla="*/ 1820562 w 3295135"/>
              <a:gd name="csY3" fmla="*/ 498 h 914898"/>
              <a:gd name="csX4" fmla="*/ 2257167 w 3295135"/>
              <a:gd name="csY4" fmla="*/ 750141 h 914898"/>
              <a:gd name="csX5" fmla="*/ 3295135 w 3295135"/>
              <a:gd name="csY5" fmla="*/ 881947 h 914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295135" h="914898">
                <a:moveTo>
                  <a:pt x="0" y="914898"/>
                </a:moveTo>
                <a:cubicBezTo>
                  <a:pt x="197708" y="613530"/>
                  <a:pt x="395416" y="312163"/>
                  <a:pt x="584886" y="305298"/>
                </a:cubicBezTo>
                <a:cubicBezTo>
                  <a:pt x="774356" y="298433"/>
                  <a:pt x="930875" y="924509"/>
                  <a:pt x="1136821" y="873709"/>
                </a:cubicBezTo>
                <a:cubicBezTo>
                  <a:pt x="1342767" y="822909"/>
                  <a:pt x="1633838" y="21093"/>
                  <a:pt x="1820562" y="498"/>
                </a:cubicBezTo>
                <a:cubicBezTo>
                  <a:pt x="2007286" y="-20097"/>
                  <a:pt x="2011405" y="603233"/>
                  <a:pt x="2257167" y="750141"/>
                </a:cubicBezTo>
                <a:cubicBezTo>
                  <a:pt x="2502929" y="897049"/>
                  <a:pt x="2899032" y="889498"/>
                  <a:pt x="3295135" y="88194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0E60FAA-DDA2-0B22-4509-9727EE641EDE}"/>
              </a:ext>
            </a:extLst>
          </p:cNvPr>
          <p:cNvSpPr/>
          <p:nvPr/>
        </p:nvSpPr>
        <p:spPr>
          <a:xfrm>
            <a:off x="1035709" y="1943581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3C9C117-C04D-2DA1-8715-49D03EAC136F}"/>
              </a:ext>
            </a:extLst>
          </p:cNvPr>
          <p:cNvSpPr/>
          <p:nvPr/>
        </p:nvSpPr>
        <p:spPr>
          <a:xfrm>
            <a:off x="1468198" y="2112457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343CF30-8BFB-3841-7148-60A895672987}"/>
              </a:ext>
            </a:extLst>
          </p:cNvPr>
          <p:cNvSpPr/>
          <p:nvPr/>
        </p:nvSpPr>
        <p:spPr>
          <a:xfrm>
            <a:off x="1394051" y="1997130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1827E5B-6DE4-D117-6B0E-D60912C3304A}"/>
              </a:ext>
            </a:extLst>
          </p:cNvPr>
          <p:cNvSpPr/>
          <p:nvPr/>
        </p:nvSpPr>
        <p:spPr>
          <a:xfrm>
            <a:off x="2326123" y="1651241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20CF386-182F-2009-0891-E1BA3137B416}"/>
              </a:ext>
            </a:extLst>
          </p:cNvPr>
          <p:cNvSpPr/>
          <p:nvPr/>
        </p:nvSpPr>
        <p:spPr>
          <a:xfrm>
            <a:off x="2160185" y="1922989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27A0975-7C12-C740-8260-01C3E23541B0}"/>
              </a:ext>
            </a:extLst>
          </p:cNvPr>
          <p:cNvSpPr/>
          <p:nvPr/>
        </p:nvSpPr>
        <p:spPr>
          <a:xfrm>
            <a:off x="2653367" y="1848848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A248007-10C1-CF47-68D4-C830050AA89F}"/>
              </a:ext>
            </a:extLst>
          </p:cNvPr>
          <p:cNvSpPr/>
          <p:nvPr/>
        </p:nvSpPr>
        <p:spPr>
          <a:xfrm>
            <a:off x="2599163" y="1719827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E584DBF-B6F0-D043-29A7-72F96BB1342B}"/>
              </a:ext>
            </a:extLst>
          </p:cNvPr>
          <p:cNvSpPr/>
          <p:nvPr/>
        </p:nvSpPr>
        <p:spPr>
          <a:xfrm>
            <a:off x="1889462" y="2335136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EABDCE8-3FBC-F341-C363-873DD95BA272}"/>
              </a:ext>
            </a:extLst>
          </p:cNvPr>
          <p:cNvSpPr/>
          <p:nvPr/>
        </p:nvSpPr>
        <p:spPr>
          <a:xfrm>
            <a:off x="3182747" y="2404603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3C45A4-CB0F-B1C4-4A52-23FF901E217D}"/>
              </a:ext>
            </a:extLst>
          </p:cNvPr>
          <p:cNvSpPr txBox="1"/>
          <p:nvPr/>
        </p:nvSpPr>
        <p:spPr>
          <a:xfrm>
            <a:off x="489138" y="1137910"/>
            <a:ext cx="35044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정해진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budget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하에서 종료된 최적화</a:t>
            </a:r>
          </a:p>
        </p:txBody>
      </p:sp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id="{655216C3-0FB2-57D4-0E7B-494220691DAB}"/>
              </a:ext>
            </a:extLst>
          </p:cNvPr>
          <p:cNvCxnSpPr>
            <a:stCxn id="6" idx="4"/>
          </p:cNvCxnSpPr>
          <p:nvPr/>
        </p:nvCxnSpPr>
        <p:spPr>
          <a:xfrm flipH="1">
            <a:off x="1076898" y="2017722"/>
            <a:ext cx="1" cy="57664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C4AF38EF-3036-1690-6063-40D8BA524AA7}"/>
              </a:ext>
            </a:extLst>
          </p:cNvPr>
          <p:cNvCxnSpPr>
            <a:cxnSpLocks/>
            <a:stCxn id="16" idx="7"/>
          </p:cNvCxnSpPr>
          <p:nvPr/>
        </p:nvCxnSpPr>
        <p:spPr>
          <a:xfrm flipH="1">
            <a:off x="3223936" y="2415461"/>
            <a:ext cx="29126" cy="14183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E92E95A5-1372-FE80-B7F0-C018EDDDE95E}"/>
              </a:ext>
            </a:extLst>
          </p:cNvPr>
          <p:cNvCxnSpPr>
            <a:cxnSpLocks/>
          </p:cNvCxnSpPr>
          <p:nvPr/>
        </p:nvCxnSpPr>
        <p:spPr>
          <a:xfrm>
            <a:off x="1431181" y="2100508"/>
            <a:ext cx="0" cy="51048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DCE1EF9-3994-18FE-E250-A177A5C9A250}"/>
              </a:ext>
            </a:extLst>
          </p:cNvPr>
          <p:cNvGrpSpPr/>
          <p:nvPr/>
        </p:nvGrpSpPr>
        <p:grpSpPr>
          <a:xfrm>
            <a:off x="345687" y="2682927"/>
            <a:ext cx="3133926" cy="346868"/>
            <a:chOff x="490767" y="2478432"/>
            <a:chExt cx="3133926" cy="3468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4A8892E-A773-BEFC-E753-3E64E3B9FE8A}"/>
                    </a:ext>
                  </a:extLst>
                </p:cNvPr>
                <p:cNvSpPr txBox="1"/>
                <p:nvPr/>
              </p:nvSpPr>
              <p:spPr>
                <a:xfrm>
                  <a:off x="490767" y="2486746"/>
                  <a:ext cx="71295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𝒜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a14:m>
                  <a:r>
                    <a:rPr kumimoji="1" lang="en-US" altLang="ko-KR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{</a:t>
                  </a:r>
                  <a:endPara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4A8892E-A773-BEFC-E753-3E64E3B9FE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767" y="2486746"/>
                  <a:ext cx="712952" cy="338554"/>
                </a:xfrm>
                <a:prstGeom prst="rect">
                  <a:avLst/>
                </a:prstGeom>
                <a:blipFill>
                  <a:blip r:embed="rId3"/>
                  <a:stretch>
                    <a:fillRect t="-3571" r="-3509" b="-2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3337855-48F9-999E-DD83-1DC7CA330FEA}"/>
                    </a:ext>
                  </a:extLst>
                </p:cNvPr>
                <p:cNvSpPr txBox="1"/>
                <p:nvPr/>
              </p:nvSpPr>
              <p:spPr>
                <a:xfrm>
                  <a:off x="1057465" y="2478432"/>
                  <a:ext cx="72840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sz="16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600" b="0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kumimoji="1" lang="en-US" altLang="ko-KR" sz="1600" b="0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ko-KR" sz="1600" b="0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3337855-48F9-999E-DD83-1DC7CA330F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7465" y="2478432"/>
                  <a:ext cx="728405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3E095B4-1474-9C35-E19E-B47528B49EE8}"/>
                    </a:ext>
                  </a:extLst>
                </p:cNvPr>
                <p:cNvSpPr txBox="1"/>
                <p:nvPr/>
              </p:nvSpPr>
              <p:spPr>
                <a:xfrm>
                  <a:off x="2028550" y="2532912"/>
                  <a:ext cx="1596143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     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⋯            , 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9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</m:oMath>
                  </a14:m>
                  <a:r>
                    <a:rPr kumimoji="1" lang="en-US" altLang="ko-KR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}</a:t>
                  </a:r>
                  <a:endPara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3E095B4-1474-9C35-E19E-B47528B49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550" y="2532912"/>
                  <a:ext cx="1596143" cy="246221"/>
                </a:xfrm>
                <a:prstGeom prst="rect">
                  <a:avLst/>
                </a:prstGeom>
                <a:blipFill>
                  <a:blip r:embed="rId5"/>
                  <a:stretch>
                    <a:fillRect l="-2362" t="-25000" r="-6299" b="-5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E743ADC-3E02-1D87-A0E7-4AF47FA9BB99}"/>
              </a:ext>
            </a:extLst>
          </p:cNvPr>
          <p:cNvSpPr txBox="1"/>
          <p:nvPr/>
        </p:nvSpPr>
        <p:spPr>
          <a:xfrm>
            <a:off x="3051710" y="1835877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Optimal??</a:t>
            </a:r>
            <a:endParaRPr kumimoji="1" lang="ko-KR" altLang="en-US" sz="1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938257F-3047-288C-9A83-3B19DAEEE26B}"/>
                  </a:ext>
                </a:extLst>
              </p:cNvPr>
              <p:cNvSpPr txBox="1"/>
              <p:nvPr/>
            </p:nvSpPr>
            <p:spPr>
              <a:xfrm>
                <a:off x="4655767" y="1091667"/>
                <a:ext cx="38687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ko-KR" alt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여기서는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u</m:t>
                    </m:r>
                    <m:r>
                      <a:rPr kumimoji="1"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kumimoji="1"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ϕ</m:t>
                    </m:r>
                    <m:r>
                      <a:rPr kumimoji="1"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)=</m:t>
                    </m:r>
                    <m:r>
                      <m:rPr>
                        <m:sty m:val="p"/>
                      </m:rPr>
                      <a:rPr kumimoji="1"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ϕ</m:t>
                    </m:r>
                  </m:oMath>
                </a14:m>
                <a:r>
                  <a:rPr kumimoji="1" lang="ko-KR" alt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와 같은 </a:t>
                </a:r>
                <a:r>
                  <a:rPr kumimoji="1"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Linear utility</a:t>
                </a:r>
                <a:r>
                  <a:rPr kumimoji="1" lang="ko-KR" altLang="en-US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를</a:t>
                </a:r>
                <a:r>
                  <a:rPr kumimoji="1" lang="ko-KR" alt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가정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938257F-3047-288C-9A83-3B19DAEEE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767" y="1091667"/>
                <a:ext cx="3868751" cy="307777"/>
              </a:xfrm>
              <a:prstGeom prst="rect">
                <a:avLst/>
              </a:prstGeom>
              <a:blipFill>
                <a:blip r:embed="rId6"/>
                <a:stretch>
                  <a:fillRect l="-327" t="-3846" b="-19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84129A8B-53B8-5BC7-60E8-B3B1DBDE6113}"/>
              </a:ext>
            </a:extLst>
          </p:cNvPr>
          <p:cNvSpPr txBox="1"/>
          <p:nvPr/>
        </p:nvSpPr>
        <p:spPr>
          <a:xfrm>
            <a:off x="4655767" y="1371137"/>
            <a:ext cx="4261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기대효용을 최대로 하는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kumimoji="1" lang="ko-KR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생각하려고 한다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E6B6F134-F531-F220-0F9A-5BAA36A91AA5}"/>
              </a:ext>
            </a:extLst>
          </p:cNvPr>
          <p:cNvCxnSpPr/>
          <p:nvPr/>
        </p:nvCxnSpPr>
        <p:spPr>
          <a:xfrm>
            <a:off x="4771380" y="1651241"/>
            <a:ext cx="246819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5C2E723-A345-20A9-35D0-9811024E2E7C}"/>
                  </a:ext>
                </a:extLst>
              </p:cNvPr>
              <p:cNvSpPr txBox="1"/>
              <p:nvPr/>
            </p:nvSpPr>
            <p:spPr>
              <a:xfrm>
                <a:off x="4655767" y="1675364"/>
                <a:ext cx="314092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𝑚𝑎𝑥</m:t>
                      </m:r>
                      <m:d>
                        <m:dPr>
                          <m:ctrlPr>
                            <a:rPr kumimoji="1" lang="en-US" altLang="ko-KR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ko-KR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kumimoji="1" lang="en-US" altLang="ko-KR" sz="1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𝜙</m:t>
                                  </m:r>
                                </m:e>
                              </m:d>
                            </m:e>
                            <m:e>
                              <m:r>
                                <a:rPr kumimoji="1" lang="en-US" altLang="ko-KR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kumimoji="1" lang="en-US" altLang="ko-KR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kumimoji="1" lang="en-US" altLang="ko-KR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</m:d>
                        </m:e>
                      </m:d>
                      <m:r>
                        <a:rPr kumimoji="1" lang="en-US" altLang="ko-KR" sz="1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1" lang="en-US" altLang="ko-KR" sz="1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𝑚𝑎𝑥</m:t>
                      </m:r>
                      <m:d>
                        <m:dPr>
                          <m:ctrlPr>
                            <a:rPr kumimoji="1" lang="en-US" altLang="ko-KR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ko-KR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ϕ</m:t>
                              </m:r>
                            </m:e>
                            <m:e>
                              <m:r>
                                <a:rPr kumimoji="1" lang="en-US" altLang="ko-KR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kumimoji="1" lang="en-US" altLang="ko-KR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kumimoji="1" lang="en-US" altLang="ko-KR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1" lang="ko-KR" altLang="en-US" sz="14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5C2E723-A345-20A9-35D0-9811024E2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767" y="1675364"/>
                <a:ext cx="3140924" cy="307777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FEB2D4C-D585-1778-A565-EAD2536B6528}"/>
                  </a:ext>
                </a:extLst>
              </p:cNvPr>
              <p:cNvSpPr txBox="1"/>
              <p:nvPr/>
            </p:nvSpPr>
            <p:spPr>
              <a:xfrm>
                <a:off x="6171228" y="1969792"/>
                <a:ext cx="1375954" cy="3354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1" lang="en-US" altLang="ko-KR" sz="1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𝑚𝑎𝑥</m:t>
                      </m:r>
                      <m:d>
                        <m:dPr>
                          <m:ctrlPr>
                            <a:rPr kumimoji="1" lang="en-US" altLang="ko-KR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1" lang="en-US" altLang="ko-KR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ko-KR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FEB2D4C-D585-1778-A565-EAD2536B6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1228" y="1969792"/>
                <a:ext cx="1375954" cy="3354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AC45B482-3FCA-9A1D-5490-84BABAB4E30F}"/>
              </a:ext>
            </a:extLst>
          </p:cNvPr>
          <p:cNvSpPr txBox="1"/>
          <p:nvPr/>
        </p:nvSpPr>
        <p:spPr>
          <a:xfrm>
            <a:off x="4639480" y="2429630"/>
            <a:ext cx="7770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즉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사후평균의 최대값을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로 생각하고 이를 최대로 하는 점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kumimoji="1" lang="ko-KR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최종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optimal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로 추천한다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직선 연결선[R] 39">
            <a:extLst>
              <a:ext uri="{FF2B5EF4-FFF2-40B4-BE49-F238E27FC236}">
                <a16:creationId xmlns:a16="http://schemas.microsoft.com/office/drawing/2014/main" id="{522A6F6D-8C97-BD0B-94A1-8040089E51D6}"/>
              </a:ext>
            </a:extLst>
          </p:cNvPr>
          <p:cNvCxnSpPr>
            <a:cxnSpLocks/>
          </p:cNvCxnSpPr>
          <p:nvPr/>
        </p:nvCxnSpPr>
        <p:spPr>
          <a:xfrm>
            <a:off x="8237620" y="2700458"/>
            <a:ext cx="1772654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C0B3596-56AD-46C7-F92B-2D0B5224BC7C}"/>
                  </a:ext>
                </a:extLst>
              </p:cNvPr>
              <p:cNvSpPr txBox="1"/>
              <p:nvPr/>
            </p:nvSpPr>
            <p:spPr>
              <a:xfrm>
                <a:off x="8027621" y="2706628"/>
                <a:ext cx="21926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kumimoji="1" lang="en-US" altLang="ko-KR" sz="1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en-US" altLang="ko-KR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r>
                        <a:rPr kumimoji="1" lang="en-US" altLang="ko-KR" sz="1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arg</m:t>
                      </m:r>
                      <m:r>
                        <a:rPr kumimoji="1" lang="en-US" altLang="ko-KR" sz="1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𝑚𝑎</m:t>
                      </m:r>
                      <m:sSub>
                        <m:sSubPr>
                          <m:ctrlPr>
                            <a:rPr kumimoji="1" lang="en-US" altLang="ko-KR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ko-KR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ϕ</m:t>
                              </m:r>
                            </m:e>
                            <m:e>
                              <m:r>
                                <a:rPr kumimoji="1" lang="en-US" altLang="ko-KR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kumimoji="1" lang="en-US" altLang="ko-KR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kumimoji="1" lang="en-US" altLang="ko-KR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C0B3596-56AD-46C7-F92B-2D0B5224B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7621" y="2706628"/>
                <a:ext cx="2192652" cy="307777"/>
              </a:xfrm>
              <a:prstGeom prst="rect">
                <a:avLst/>
              </a:prstGeom>
              <a:blipFill>
                <a:blip r:embed="rId9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9B774F22-9E32-461F-CC4C-6E88A50A5228}"/>
              </a:ext>
            </a:extLst>
          </p:cNvPr>
          <p:cNvSpPr txBox="1"/>
          <p:nvPr/>
        </p:nvSpPr>
        <p:spPr>
          <a:xfrm>
            <a:off x="339799" y="3503195"/>
            <a:ext cx="79159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여기서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action space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어떻게 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제한하느냐에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따라 </a:t>
            </a:r>
            <a:r>
              <a:rPr kumimoji="1" lang="en-US" altLang="ko-KR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kumimoji="1" lang="en-US" altLang="ko-KR" sz="1600" dirty="0">
                <a:solidFill>
                  <a:srgbClr val="FF7F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reward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가 구분된다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9A66370B-E39E-B0DF-C595-4C0ADA6FCF21}"/>
              </a:ext>
            </a:extLst>
          </p:cNvPr>
          <p:cNvCxnSpPr>
            <a:cxnSpLocks/>
          </p:cNvCxnSpPr>
          <p:nvPr/>
        </p:nvCxnSpPr>
        <p:spPr>
          <a:xfrm flipH="1">
            <a:off x="5892936" y="2305268"/>
            <a:ext cx="789747" cy="1737565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1468DAD-3725-E8C7-CBBD-88699E38DC9D}"/>
                  </a:ext>
                </a:extLst>
              </p:cNvPr>
              <p:cNvSpPr txBox="1"/>
              <p:nvPr/>
            </p:nvSpPr>
            <p:spPr>
              <a:xfrm>
                <a:off x="5124254" y="4154156"/>
                <a:ext cx="1746184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1" lang="en-US" altLang="ko-K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𝑚𝑎𝑥</m:t>
                      </m:r>
                      <m:d>
                        <m:dPr>
                          <m:ctrlPr>
                            <a:rPr kumimoji="1"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sz="200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1468DAD-3725-E8C7-CBBD-88699E38D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254" y="4154156"/>
                <a:ext cx="1746184" cy="4049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그룹 73">
            <a:extLst>
              <a:ext uri="{FF2B5EF4-FFF2-40B4-BE49-F238E27FC236}">
                <a16:creationId xmlns:a16="http://schemas.microsoft.com/office/drawing/2014/main" id="{4E10D83B-A58B-5866-9283-00D8E998A579}"/>
              </a:ext>
            </a:extLst>
          </p:cNvPr>
          <p:cNvGrpSpPr/>
          <p:nvPr/>
        </p:nvGrpSpPr>
        <p:grpSpPr>
          <a:xfrm>
            <a:off x="2982686" y="4579449"/>
            <a:ext cx="6016935" cy="547150"/>
            <a:chOff x="2982686" y="4579449"/>
            <a:chExt cx="2543459" cy="547150"/>
          </a:xfrm>
        </p:grpSpPr>
        <p:cxnSp>
          <p:nvCxnSpPr>
            <p:cNvPr id="63" name="직선 연결선[R] 62">
              <a:extLst>
                <a:ext uri="{FF2B5EF4-FFF2-40B4-BE49-F238E27FC236}">
                  <a16:creationId xmlns:a16="http://schemas.microsoft.com/office/drawing/2014/main" id="{8E0A770C-3A8F-79C2-70D4-4BAB08876CCD}"/>
                </a:ext>
              </a:extLst>
            </p:cNvPr>
            <p:cNvCxnSpPr>
              <a:cxnSpLocks/>
            </p:cNvCxnSpPr>
            <p:nvPr/>
          </p:nvCxnSpPr>
          <p:spPr>
            <a:xfrm>
              <a:off x="4219630" y="4579449"/>
              <a:ext cx="0" cy="3115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직선 연결선[R] 63">
              <a:extLst>
                <a:ext uri="{FF2B5EF4-FFF2-40B4-BE49-F238E27FC236}">
                  <a16:creationId xmlns:a16="http://schemas.microsoft.com/office/drawing/2014/main" id="{0EAFACAA-F2EE-70F7-B552-92330B3DF97A}"/>
                </a:ext>
              </a:extLst>
            </p:cNvPr>
            <p:cNvCxnSpPr>
              <a:cxnSpLocks/>
            </p:cNvCxnSpPr>
            <p:nvPr/>
          </p:nvCxnSpPr>
          <p:spPr>
            <a:xfrm>
              <a:off x="2982686" y="4889404"/>
              <a:ext cx="127516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직선 연결선[R] 65">
              <a:extLst>
                <a:ext uri="{FF2B5EF4-FFF2-40B4-BE49-F238E27FC236}">
                  <a16:creationId xmlns:a16="http://schemas.microsoft.com/office/drawing/2014/main" id="{5BEFF5F7-2211-25E5-DCA6-718F8B08FC00}"/>
                </a:ext>
              </a:extLst>
            </p:cNvPr>
            <p:cNvCxnSpPr>
              <a:cxnSpLocks/>
            </p:cNvCxnSpPr>
            <p:nvPr/>
          </p:nvCxnSpPr>
          <p:spPr>
            <a:xfrm>
              <a:off x="4250978" y="4888258"/>
              <a:ext cx="127516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직선 연결선[R] 66">
              <a:extLst>
                <a:ext uri="{FF2B5EF4-FFF2-40B4-BE49-F238E27FC236}">
                  <a16:creationId xmlns:a16="http://schemas.microsoft.com/office/drawing/2014/main" id="{2C08FF19-9CFB-4E37-2EC0-D5F3855CD2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2686" y="4881383"/>
              <a:ext cx="0" cy="24521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직선 연결선[R] 68">
              <a:extLst>
                <a:ext uri="{FF2B5EF4-FFF2-40B4-BE49-F238E27FC236}">
                  <a16:creationId xmlns:a16="http://schemas.microsoft.com/office/drawing/2014/main" id="{D4447969-9BF7-6F2B-B6C5-915B5C3822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6145" y="4881383"/>
              <a:ext cx="0" cy="24521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0D25F89-BD81-C71D-3734-1A72E3162BC8}"/>
                  </a:ext>
                </a:extLst>
              </p:cNvPr>
              <p:cNvSpPr txBox="1"/>
              <p:nvPr/>
            </p:nvSpPr>
            <p:spPr>
              <a:xfrm>
                <a:off x="1876185" y="5147438"/>
                <a:ext cx="2117439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1" lang="en-US" altLang="ko-KR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𝑚𝑎</m:t>
                      </m:r>
                      <m:sSub>
                        <m:sSubPr>
                          <m:ctrlPr>
                            <a:rPr kumimoji="1"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kumimoji="1"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kumimoji="1"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𝒜</m:t>
                          </m:r>
                        </m:sub>
                      </m:sSub>
                      <m:d>
                        <m:dPr>
                          <m:ctrlPr>
                            <a:rPr kumimoji="1" lang="en-US" altLang="ko-KR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1" lang="en-US" altLang="ko-KR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ko-KR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0D25F89-BD81-C71D-3734-1A72E3162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185" y="5147438"/>
                <a:ext cx="2117439" cy="404983"/>
              </a:xfrm>
              <a:prstGeom prst="rect">
                <a:avLst/>
              </a:prstGeom>
              <a:blipFill>
                <a:blip r:embed="rId11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474615D-FEF2-0FE1-4231-955AE1F112DB}"/>
                  </a:ext>
                </a:extLst>
              </p:cNvPr>
              <p:cNvSpPr txBox="1"/>
              <p:nvPr/>
            </p:nvSpPr>
            <p:spPr>
              <a:xfrm>
                <a:off x="7985621" y="5147438"/>
                <a:ext cx="2104615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i="1" smtClean="0">
                          <a:solidFill>
                            <a:srgbClr val="FF7F0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1" lang="en-US" altLang="ko-KR" i="1" smtClean="0">
                          <a:solidFill>
                            <a:srgbClr val="FF7F0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𝑚𝑎</m:t>
                      </m:r>
                      <m:sSub>
                        <m:sSubPr>
                          <m:ctrlPr>
                            <a:rPr kumimoji="1" lang="en-US" altLang="ko-KR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kumimoji="1" lang="en-US" altLang="ko-KR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kumimoji="1" lang="en-US" altLang="ko-KR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𝒳</m:t>
                          </m:r>
                        </m:sub>
                      </m:sSub>
                      <m:d>
                        <m:dPr>
                          <m:ctrlPr>
                            <a:rPr kumimoji="1" lang="en-US" altLang="ko-KR" i="1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i="1">
                                  <a:solidFill>
                                    <a:srgbClr val="FF7F0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>
                                  <a:solidFill>
                                    <a:srgbClr val="FF7F0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1" lang="en-US" altLang="ko-KR" i="1">
                                  <a:solidFill>
                                    <a:srgbClr val="FF7F0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ko-KR" i="1">
                                  <a:solidFill>
                                    <a:srgbClr val="FF7F0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i="1">
                                  <a:solidFill>
                                    <a:srgbClr val="FF7F0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474615D-FEF2-0FE1-4231-955AE1F11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5621" y="5147438"/>
                <a:ext cx="2104615" cy="404983"/>
              </a:xfrm>
              <a:prstGeom prst="rect">
                <a:avLst/>
              </a:prstGeom>
              <a:blipFill>
                <a:blip r:embed="rId1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C66DE3E5-B027-70F1-BF02-6228116CA780}"/>
              </a:ext>
            </a:extLst>
          </p:cNvPr>
          <p:cNvSpPr txBox="1"/>
          <p:nvPr/>
        </p:nvSpPr>
        <p:spPr>
          <a:xfrm>
            <a:off x="643038" y="5546325"/>
            <a:ext cx="48173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action space</a:t>
            </a:r>
            <a:r>
              <a:rPr kumimoji="1" lang="ko-KR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가 최적화동안 평가한 점에 제한된다</a:t>
            </a:r>
            <a:r>
              <a:rPr kumimoji="1" lang="en-US" altLang="ko-KR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AE65765-8AD9-E4A4-4B7F-AAF5240B3241}"/>
              </a:ext>
            </a:extLst>
          </p:cNvPr>
          <p:cNvSpPr txBox="1"/>
          <p:nvPr/>
        </p:nvSpPr>
        <p:spPr>
          <a:xfrm>
            <a:off x="7154497" y="5546325"/>
            <a:ext cx="39388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solidFill>
                  <a:srgbClr val="FF7F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action space</a:t>
            </a:r>
            <a:r>
              <a:rPr kumimoji="1" lang="ko-KR" altLang="en-US" sz="1600" dirty="0">
                <a:solidFill>
                  <a:srgbClr val="FF7F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가 </a:t>
            </a:r>
            <a:r>
              <a:rPr kumimoji="1" lang="ko-KR" altLang="en-US" sz="1600" dirty="0" err="1">
                <a:solidFill>
                  <a:srgbClr val="FF7F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정의역</a:t>
            </a:r>
            <a:r>
              <a:rPr kumimoji="1" lang="ko-KR" altLang="en-US" sz="1600" dirty="0">
                <a:solidFill>
                  <a:srgbClr val="FF7F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전체를 포함한다</a:t>
            </a:r>
            <a:r>
              <a:rPr kumimoji="1" lang="en-US" altLang="ko-KR" sz="1600" dirty="0">
                <a:solidFill>
                  <a:srgbClr val="FF7F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solidFill>
                <a:srgbClr val="FF7F0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4E6FB3-44FE-5767-47BD-D4EC43613154}"/>
              </a:ext>
            </a:extLst>
          </p:cNvPr>
          <p:cNvSpPr txBox="1"/>
          <p:nvPr/>
        </p:nvSpPr>
        <p:spPr>
          <a:xfrm>
            <a:off x="2323973" y="6031786"/>
            <a:ext cx="75440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데이터 셋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와 모델이 동일하더라도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에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따라서 추천하는 점이 다를 수 있다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1091EE-D65C-ED29-E20E-64F073B32FE7}"/>
              </a:ext>
            </a:extLst>
          </p:cNvPr>
          <p:cNvSpPr txBox="1"/>
          <p:nvPr/>
        </p:nvSpPr>
        <p:spPr>
          <a:xfrm>
            <a:off x="8641028" y="6513376"/>
            <a:ext cx="35509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위 그림에서의 예시를 다시 살펴보자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183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2" grpId="0"/>
      <p:bldP spid="31" grpId="0"/>
      <p:bldP spid="38" grpId="0"/>
      <p:bldP spid="39" grpId="0"/>
      <p:bldP spid="43" grpId="0"/>
      <p:bldP spid="49" grpId="0"/>
      <p:bldP spid="61" grpId="0"/>
      <p:bldP spid="71" grpId="0"/>
      <p:bldP spid="72" grpId="0"/>
      <p:bldP spid="73" grpId="0"/>
      <p:bldP spid="76" grpId="0"/>
      <p:bldP spid="9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>
            <a:extLst>
              <a:ext uri="{FF2B5EF4-FFF2-40B4-BE49-F238E27FC236}">
                <a16:creationId xmlns:a16="http://schemas.microsoft.com/office/drawing/2014/main" id="{DCBA4B83-BBE7-6A9F-3E55-F8F1ACFD1D52}"/>
              </a:ext>
            </a:extLst>
          </p:cNvPr>
          <p:cNvSpPr/>
          <p:nvPr/>
        </p:nvSpPr>
        <p:spPr>
          <a:xfrm>
            <a:off x="2296907" y="1769419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C07C181-C20B-A1CE-D807-F9EC4381D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59" y="245597"/>
            <a:ext cx="12037541" cy="383182"/>
          </a:xfrm>
        </p:spPr>
        <p:txBody>
          <a:bodyPr>
            <a:spAutoFit/>
          </a:bodyPr>
          <a:lstStyle/>
          <a:p>
            <a:r>
              <a:rPr kumimoji="1" lang="en-US" altLang="ko-KR" dirty="0"/>
              <a:t>The recommendation point intuitively varies by reward type.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A573EE7-3F13-6F00-1820-5F7994581BC2}"/>
                  </a:ext>
                </a:extLst>
              </p:cNvPr>
              <p:cNvSpPr txBox="1"/>
              <p:nvPr/>
            </p:nvSpPr>
            <p:spPr>
              <a:xfrm>
                <a:off x="3614116" y="2328160"/>
                <a:ext cx="50334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ko-KR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kumimoji="1" lang="ko-KR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A573EE7-3F13-6F00-1820-5F7994581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4116" y="2328160"/>
                <a:ext cx="503343" cy="215444"/>
              </a:xfrm>
              <a:prstGeom prst="rect">
                <a:avLst/>
              </a:prstGeom>
              <a:blipFill>
                <a:blip r:embed="rId2"/>
                <a:stretch>
                  <a:fillRect l="-7500" b="-2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4CA16EBE-A839-2A44-0CCA-A89D7F610876}"/>
              </a:ext>
            </a:extLst>
          </p:cNvPr>
          <p:cNvSpPr txBox="1"/>
          <p:nvPr/>
        </p:nvSpPr>
        <p:spPr>
          <a:xfrm>
            <a:off x="4522690" y="1133011"/>
            <a:ext cx="77492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우선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가 다르다면 각각의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로 추천한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optimal point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가 다를 확률이 높다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CC597F6-2FF1-3086-D697-3F6B7C074240}"/>
              </a:ext>
            </a:extLst>
          </p:cNvPr>
          <p:cNvCxnSpPr>
            <a:cxnSpLocks/>
          </p:cNvCxnSpPr>
          <p:nvPr/>
        </p:nvCxnSpPr>
        <p:spPr>
          <a:xfrm>
            <a:off x="468473" y="2714140"/>
            <a:ext cx="35987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자유형 26">
            <a:extLst>
              <a:ext uri="{FF2B5EF4-FFF2-40B4-BE49-F238E27FC236}">
                <a16:creationId xmlns:a16="http://schemas.microsoft.com/office/drawing/2014/main" id="{2EF8A5C9-64BB-DAAF-602C-B3559AE6D552}"/>
              </a:ext>
            </a:extLst>
          </p:cNvPr>
          <p:cNvSpPr/>
          <p:nvPr/>
        </p:nvSpPr>
        <p:spPr>
          <a:xfrm>
            <a:off x="645586" y="1710685"/>
            <a:ext cx="3295135" cy="914898"/>
          </a:xfrm>
          <a:custGeom>
            <a:avLst/>
            <a:gdLst>
              <a:gd name="csX0" fmla="*/ 0 w 3295135"/>
              <a:gd name="csY0" fmla="*/ 914898 h 914898"/>
              <a:gd name="csX1" fmla="*/ 584886 w 3295135"/>
              <a:gd name="csY1" fmla="*/ 305298 h 914898"/>
              <a:gd name="csX2" fmla="*/ 1136821 w 3295135"/>
              <a:gd name="csY2" fmla="*/ 873709 h 914898"/>
              <a:gd name="csX3" fmla="*/ 1820562 w 3295135"/>
              <a:gd name="csY3" fmla="*/ 498 h 914898"/>
              <a:gd name="csX4" fmla="*/ 2257167 w 3295135"/>
              <a:gd name="csY4" fmla="*/ 750141 h 914898"/>
              <a:gd name="csX5" fmla="*/ 3295135 w 3295135"/>
              <a:gd name="csY5" fmla="*/ 881947 h 914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295135" h="914898">
                <a:moveTo>
                  <a:pt x="0" y="914898"/>
                </a:moveTo>
                <a:cubicBezTo>
                  <a:pt x="197708" y="613530"/>
                  <a:pt x="395416" y="312163"/>
                  <a:pt x="584886" y="305298"/>
                </a:cubicBezTo>
                <a:cubicBezTo>
                  <a:pt x="774356" y="298433"/>
                  <a:pt x="930875" y="924509"/>
                  <a:pt x="1136821" y="873709"/>
                </a:cubicBezTo>
                <a:cubicBezTo>
                  <a:pt x="1342767" y="822909"/>
                  <a:pt x="1633838" y="21093"/>
                  <a:pt x="1820562" y="498"/>
                </a:cubicBezTo>
                <a:cubicBezTo>
                  <a:pt x="2007286" y="-20097"/>
                  <a:pt x="2011405" y="603233"/>
                  <a:pt x="2257167" y="750141"/>
                </a:cubicBezTo>
                <a:cubicBezTo>
                  <a:pt x="2502929" y="897049"/>
                  <a:pt x="2899032" y="889498"/>
                  <a:pt x="3295135" y="88194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CC3F2CD-F49C-B664-45C4-BDE62E323C8A}"/>
              </a:ext>
            </a:extLst>
          </p:cNvPr>
          <p:cNvSpPr/>
          <p:nvPr/>
        </p:nvSpPr>
        <p:spPr>
          <a:xfrm>
            <a:off x="1002739" y="2063351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9B7C9AA9-D4C2-E209-0D3E-5EC85D005D77}"/>
              </a:ext>
            </a:extLst>
          </p:cNvPr>
          <p:cNvSpPr/>
          <p:nvPr/>
        </p:nvSpPr>
        <p:spPr>
          <a:xfrm>
            <a:off x="1435228" y="2232227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88ECEFFA-40E4-9369-9EB3-D679C8C71379}"/>
              </a:ext>
            </a:extLst>
          </p:cNvPr>
          <p:cNvSpPr/>
          <p:nvPr/>
        </p:nvSpPr>
        <p:spPr>
          <a:xfrm>
            <a:off x="1361081" y="2116900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E884A945-8917-0976-EE6B-C7A3322FE28A}"/>
              </a:ext>
            </a:extLst>
          </p:cNvPr>
          <p:cNvSpPr/>
          <p:nvPr/>
        </p:nvSpPr>
        <p:spPr>
          <a:xfrm>
            <a:off x="2293153" y="1771011"/>
            <a:ext cx="82379" cy="7414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D0CF378A-D5D2-5D76-DCF9-856103FDBE16}"/>
              </a:ext>
            </a:extLst>
          </p:cNvPr>
          <p:cNvSpPr/>
          <p:nvPr/>
        </p:nvSpPr>
        <p:spPr>
          <a:xfrm>
            <a:off x="2127215" y="2042759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8A254ED0-4810-E9A5-7E9B-BAF01A8CD04E}"/>
              </a:ext>
            </a:extLst>
          </p:cNvPr>
          <p:cNvSpPr/>
          <p:nvPr/>
        </p:nvSpPr>
        <p:spPr>
          <a:xfrm>
            <a:off x="2620397" y="1968618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E15F735-614D-31E5-A122-90FB0BF42E3B}"/>
              </a:ext>
            </a:extLst>
          </p:cNvPr>
          <p:cNvSpPr/>
          <p:nvPr/>
        </p:nvSpPr>
        <p:spPr>
          <a:xfrm>
            <a:off x="2566193" y="1839597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08516F0B-DC94-E34F-F71E-639421D01AFD}"/>
              </a:ext>
            </a:extLst>
          </p:cNvPr>
          <p:cNvSpPr/>
          <p:nvPr/>
        </p:nvSpPr>
        <p:spPr>
          <a:xfrm>
            <a:off x="1856492" y="2454906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270D51B-5C3B-19CB-0852-B0F000FBEEB4}"/>
              </a:ext>
            </a:extLst>
          </p:cNvPr>
          <p:cNvSpPr/>
          <p:nvPr/>
        </p:nvSpPr>
        <p:spPr>
          <a:xfrm>
            <a:off x="3149777" y="2524373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266CD2-9C28-FFE9-3E2B-4E4C456D8430}"/>
              </a:ext>
            </a:extLst>
          </p:cNvPr>
          <p:cNvSpPr txBox="1"/>
          <p:nvPr/>
        </p:nvSpPr>
        <p:spPr>
          <a:xfrm>
            <a:off x="667344" y="1271049"/>
            <a:ext cx="30844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정해진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budget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하에서 종료된 최적화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0DEC83D-56B4-6829-F457-513DC7AE79CF}"/>
              </a:ext>
            </a:extLst>
          </p:cNvPr>
          <p:cNvGrpSpPr/>
          <p:nvPr/>
        </p:nvGrpSpPr>
        <p:grpSpPr>
          <a:xfrm>
            <a:off x="312717" y="2802697"/>
            <a:ext cx="3133926" cy="346868"/>
            <a:chOff x="490767" y="2478432"/>
            <a:chExt cx="3133926" cy="3468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91F0634-075D-8E52-58EE-6787AD05793B}"/>
                    </a:ext>
                  </a:extLst>
                </p:cNvPr>
                <p:cNvSpPr txBox="1"/>
                <p:nvPr/>
              </p:nvSpPr>
              <p:spPr>
                <a:xfrm>
                  <a:off x="490767" y="2486746"/>
                  <a:ext cx="71295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𝒜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a14:m>
                  <a:r>
                    <a:rPr kumimoji="1" lang="en-US" altLang="ko-KR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{</a:t>
                  </a:r>
                  <a:endPara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91F0634-075D-8E52-58EE-6787AD0579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767" y="2486746"/>
                  <a:ext cx="712952" cy="338554"/>
                </a:xfrm>
                <a:prstGeom prst="rect">
                  <a:avLst/>
                </a:prstGeom>
                <a:blipFill>
                  <a:blip r:embed="rId3"/>
                  <a:stretch>
                    <a:fillRect t="-7143" r="-3509" b="-214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FF8A8DB-0BE1-1DA5-869B-0692BE7ED29D}"/>
                    </a:ext>
                  </a:extLst>
                </p:cNvPr>
                <p:cNvSpPr txBox="1"/>
                <p:nvPr/>
              </p:nvSpPr>
              <p:spPr>
                <a:xfrm>
                  <a:off x="1057465" y="2478432"/>
                  <a:ext cx="72840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sz="16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600" b="0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kumimoji="1" lang="en-US" altLang="ko-KR" sz="1600" b="0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ko-KR" sz="1600" b="0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FF8A8DB-0BE1-1DA5-869B-0692BE7ED2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7465" y="2478432"/>
                  <a:ext cx="728405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1785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33AC5CA-9D4C-DB99-A9F0-1CB913EE2183}"/>
                    </a:ext>
                  </a:extLst>
                </p:cNvPr>
                <p:cNvSpPr txBox="1"/>
                <p:nvPr/>
              </p:nvSpPr>
              <p:spPr>
                <a:xfrm>
                  <a:off x="2028550" y="2532912"/>
                  <a:ext cx="1596143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     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⋯            , 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9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</m:oMath>
                  </a14:m>
                  <a:r>
                    <a:rPr kumimoji="1" lang="en-US" altLang="ko-KR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}</a:t>
                  </a:r>
                  <a:endPara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33AC5CA-9D4C-DB99-A9F0-1CB913EE21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550" y="2532912"/>
                  <a:ext cx="1596143" cy="246221"/>
                </a:xfrm>
                <a:prstGeom prst="rect">
                  <a:avLst/>
                </a:prstGeom>
                <a:blipFill>
                  <a:blip r:embed="rId5"/>
                  <a:stretch>
                    <a:fillRect l="-1575" t="-30000" r="-6299" b="-5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DCBDE23-A28D-AFB6-0533-348C244FA12E}"/>
              </a:ext>
            </a:extLst>
          </p:cNvPr>
          <p:cNvSpPr/>
          <p:nvPr/>
        </p:nvSpPr>
        <p:spPr>
          <a:xfrm>
            <a:off x="154459" y="1099747"/>
            <a:ext cx="4139739" cy="227045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3D8B63E4-D444-A559-D017-08F8DC365F91}"/>
              </a:ext>
            </a:extLst>
          </p:cNvPr>
          <p:cNvSpPr/>
          <p:nvPr/>
        </p:nvSpPr>
        <p:spPr>
          <a:xfrm>
            <a:off x="2425410" y="1682454"/>
            <a:ext cx="82379" cy="74141"/>
          </a:xfrm>
          <a:prstGeom prst="ellipse">
            <a:avLst/>
          </a:prstGeom>
          <a:solidFill>
            <a:srgbClr val="FF7F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50732C-4939-5CD1-77E5-448A644670A2}"/>
              </a:ext>
            </a:extLst>
          </p:cNvPr>
          <p:cNvSpPr txBox="1"/>
          <p:nvPr/>
        </p:nvSpPr>
        <p:spPr>
          <a:xfrm>
            <a:off x="5083840" y="1601181"/>
            <a:ext cx="6309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 reward</a:t>
            </a:r>
            <a:r>
              <a:rPr kumimoji="1" lang="ko-KR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로 추천한 점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과 </a:t>
            </a:r>
            <a:r>
              <a:rPr kumimoji="1" lang="en-US" altLang="ko-KR" sz="1600" dirty="0">
                <a:solidFill>
                  <a:srgbClr val="FF7F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reward</a:t>
            </a:r>
            <a:r>
              <a:rPr kumimoji="1" lang="ko-KR" altLang="en-US" sz="1600" dirty="0">
                <a:solidFill>
                  <a:srgbClr val="FF7F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로 추천한 점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이 다르다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오른쪽 화살표[R] 48">
            <a:extLst>
              <a:ext uri="{FF2B5EF4-FFF2-40B4-BE49-F238E27FC236}">
                <a16:creationId xmlns:a16="http://schemas.microsoft.com/office/drawing/2014/main" id="{440F3F2D-704C-3752-32BD-D12D2143254B}"/>
              </a:ext>
            </a:extLst>
          </p:cNvPr>
          <p:cNvSpPr/>
          <p:nvPr/>
        </p:nvSpPr>
        <p:spPr>
          <a:xfrm>
            <a:off x="4452456" y="2758022"/>
            <a:ext cx="453762" cy="10597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67DB5E2-1ADB-9115-7CDE-8D3F5754564E}"/>
                  </a:ext>
                </a:extLst>
              </p:cNvPr>
              <p:cNvSpPr txBox="1"/>
              <p:nvPr/>
            </p:nvSpPr>
            <p:spPr>
              <a:xfrm>
                <a:off x="5145185" y="2617777"/>
                <a:ext cx="649652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이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true function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과 가깝다고 할 때 </a:t>
                </a:r>
                <a:r>
                  <a:rPr kumimoji="1" lang="en-US" altLang="ko-KR" sz="16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simple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로는 찾지 못한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optimal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을 </a:t>
                </a:r>
                <a:endParaRPr kumimoji="1" lang="en-US" altLang="ko-K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kumimoji="1" lang="en-US" altLang="ko-KR" sz="1600" dirty="0">
                    <a:solidFill>
                      <a:srgbClr val="FF7F0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Global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로는 찾을 수 있을 가능성이 있음을 보여준다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67DB5E2-1ADB-9115-7CDE-8D3F57545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5185" y="2617777"/>
                <a:ext cx="6496522" cy="492443"/>
              </a:xfrm>
              <a:prstGeom prst="rect">
                <a:avLst/>
              </a:prstGeom>
              <a:blipFill>
                <a:blip r:embed="rId6"/>
                <a:stretch>
                  <a:fillRect l="-586" t="-10000" r="-586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직선 연결선[R] 52">
            <a:extLst>
              <a:ext uri="{FF2B5EF4-FFF2-40B4-BE49-F238E27FC236}">
                <a16:creationId xmlns:a16="http://schemas.microsoft.com/office/drawing/2014/main" id="{8E353570-4764-298D-AA4D-09A8155DF601}"/>
              </a:ext>
            </a:extLst>
          </p:cNvPr>
          <p:cNvCxnSpPr>
            <a:stCxn id="46" idx="4"/>
          </p:cNvCxnSpPr>
          <p:nvPr/>
        </p:nvCxnSpPr>
        <p:spPr>
          <a:xfrm flipH="1">
            <a:off x="2466599" y="1756595"/>
            <a:ext cx="1" cy="932524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966207A-A207-B802-0912-7F7BCC138586}"/>
              </a:ext>
            </a:extLst>
          </p:cNvPr>
          <p:cNvSpPr txBox="1"/>
          <p:nvPr/>
        </p:nvSpPr>
        <p:spPr>
          <a:xfrm>
            <a:off x="2100152" y="2663836"/>
            <a:ext cx="7328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optimal</a:t>
            </a:r>
            <a:endParaRPr kumimoji="1"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7A7C6F4-6A9D-4419-3C67-329EF44E29EA}"/>
              </a:ext>
            </a:extLst>
          </p:cNvPr>
          <p:cNvSpPr txBox="1"/>
          <p:nvPr/>
        </p:nvSpPr>
        <p:spPr>
          <a:xfrm>
            <a:off x="312717" y="3683296"/>
            <a:ext cx="47371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하지만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1" lang="en-US" altLang="ko-KR" sz="1600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reward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가 항상 좋은 것만은 아니다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FA53F02-328D-BB90-C84F-C12D5966061C}"/>
              </a:ext>
            </a:extLst>
          </p:cNvPr>
          <p:cNvSpPr txBox="1"/>
          <p:nvPr/>
        </p:nvSpPr>
        <p:spPr>
          <a:xfrm>
            <a:off x="312717" y="4003061"/>
            <a:ext cx="41104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다음과 같은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noise-free 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상황을 생각해보자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E091039-91E0-D47E-EB38-AD20EADC4AD3}"/>
                  </a:ext>
                </a:extLst>
              </p:cNvPr>
              <p:cNvSpPr txBox="1"/>
              <p:nvPr/>
            </p:nvSpPr>
            <p:spPr>
              <a:xfrm>
                <a:off x="1470756" y="4338676"/>
                <a:ext cx="15071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y</m:t>
                      </m:r>
                      <m:r>
                        <a:rPr kumimoji="1" lang="en-US" altLang="ko-K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f</m:t>
                      </m:r>
                      <m:r>
                        <a:rPr kumimoji="1" lang="en-US" altLang="ko-K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x</m:t>
                      </m:r>
                      <m:r>
                        <a:rPr kumimoji="1" lang="en-US" altLang="ko-K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ϕ</m:t>
                      </m:r>
                    </m:oMath>
                  </m:oMathPara>
                </a14:m>
                <a:endParaRPr kumimoji="1" lang="ko-KR" altLang="en-US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E091039-91E0-D47E-EB38-AD20EADC4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0756" y="4338676"/>
                <a:ext cx="1507144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직선 연결선[R] 58">
            <a:extLst>
              <a:ext uri="{FF2B5EF4-FFF2-40B4-BE49-F238E27FC236}">
                <a16:creationId xmlns:a16="http://schemas.microsoft.com/office/drawing/2014/main" id="{1ABCCA0A-B176-F9B6-B370-7EDF75EA32D1}"/>
              </a:ext>
            </a:extLst>
          </p:cNvPr>
          <p:cNvCxnSpPr>
            <a:cxnSpLocks/>
          </p:cNvCxnSpPr>
          <p:nvPr/>
        </p:nvCxnSpPr>
        <p:spPr>
          <a:xfrm>
            <a:off x="1522980" y="4341615"/>
            <a:ext cx="1310065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21840B8-E3B4-B88E-C9BC-CF7D5FDEB99F}"/>
                  </a:ext>
                </a:extLst>
              </p:cNvPr>
              <p:cNvSpPr txBox="1"/>
              <p:nvPr/>
            </p:nvSpPr>
            <p:spPr>
              <a:xfrm>
                <a:off x="671897" y="4956412"/>
                <a:ext cx="110221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그 때의 </a:t>
                </a:r>
                <a:r>
                  <a:rPr kumimoji="1" lang="en-US" altLang="ko-KR" sz="16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simple reward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는 </a:t>
                </a:r>
                <a14:m>
                  <m:oMath xmlns:m="http://schemas.openxmlformats.org/officeDocument/2006/math"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𝑚𝑎</m:t>
                    </m:r>
                    <m:sSub>
                      <m:sSub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로 </a:t>
                </a:r>
                <a:r>
                  <a:rPr kumimoji="1" lang="ko-KR" alt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관측값에만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의존하는 반면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kumimoji="1" lang="en-US" altLang="ko-KR" sz="1600" dirty="0">
                    <a:solidFill>
                      <a:srgbClr val="ED7D3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global reward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는 </a:t>
                </a:r>
                <a14:m>
                  <m:oMath xmlns:m="http://schemas.openxmlformats.org/officeDocument/2006/math">
                    <m:r>
                      <a:rPr kumimoji="1" lang="en-US" altLang="ko-KR" sz="16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𝑚𝑎</m:t>
                    </m:r>
                    <m:r>
                      <m:rPr>
                        <m:sty m:val="p"/>
                      </m:rP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x</m:t>
                    </m:r>
                    <m:sSub>
                      <m:sSub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로 모델에 전적으로 의존한다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21840B8-E3B4-B88E-C9BC-CF7D5FDEB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97" y="4956412"/>
                <a:ext cx="11022185" cy="338554"/>
              </a:xfrm>
              <a:prstGeom prst="rect">
                <a:avLst/>
              </a:prstGeom>
              <a:blipFill>
                <a:blip r:embed="rId8"/>
                <a:stretch>
                  <a:fillRect l="-230" t="-7143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6970A3C7-95A4-2CC6-0C99-0AAB21DEB7FA}"/>
              </a:ext>
            </a:extLst>
          </p:cNvPr>
          <p:cNvCxnSpPr>
            <a:stCxn id="57" idx="3"/>
          </p:cNvCxnSpPr>
          <p:nvPr/>
        </p:nvCxnSpPr>
        <p:spPr>
          <a:xfrm>
            <a:off x="2977900" y="4523342"/>
            <a:ext cx="2428987" cy="0"/>
          </a:xfrm>
          <a:prstGeom prst="line">
            <a:avLst/>
          </a:prstGeom>
          <a:ln>
            <a:solidFill>
              <a:srgbClr val="0070C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963774E-0D34-6DDE-B118-EDB1BEABEE4D}"/>
              </a:ext>
            </a:extLst>
          </p:cNvPr>
          <p:cNvGrpSpPr/>
          <p:nvPr/>
        </p:nvGrpSpPr>
        <p:grpSpPr>
          <a:xfrm>
            <a:off x="5406887" y="3635712"/>
            <a:ext cx="311426" cy="859715"/>
            <a:chOff x="5406887" y="4158361"/>
            <a:chExt cx="311426" cy="337066"/>
          </a:xfrm>
        </p:grpSpPr>
        <p:cxnSp>
          <p:nvCxnSpPr>
            <p:cNvPr id="6" name="직선 연결선[R] 5">
              <a:extLst>
                <a:ext uri="{FF2B5EF4-FFF2-40B4-BE49-F238E27FC236}">
                  <a16:creationId xmlns:a16="http://schemas.microsoft.com/office/drawing/2014/main" id="{2F0213A7-482E-19DB-4831-4AEA6B059E0B}"/>
                </a:ext>
              </a:extLst>
            </p:cNvPr>
            <p:cNvCxnSpPr>
              <a:cxnSpLocks/>
            </p:cNvCxnSpPr>
            <p:nvPr/>
          </p:nvCxnSpPr>
          <p:spPr>
            <a:xfrm>
              <a:off x="5406887" y="4158361"/>
              <a:ext cx="0" cy="337066"/>
            </a:xfrm>
            <a:prstGeom prst="line">
              <a:avLst/>
            </a:prstGeom>
            <a:ln>
              <a:solidFill>
                <a:srgbClr val="0070C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[R] 7">
              <a:extLst>
                <a:ext uri="{FF2B5EF4-FFF2-40B4-BE49-F238E27FC236}">
                  <a16:creationId xmlns:a16="http://schemas.microsoft.com/office/drawing/2014/main" id="{8FB1DF5A-3E1F-7672-4431-E592A0692546}"/>
                </a:ext>
              </a:extLst>
            </p:cNvPr>
            <p:cNvCxnSpPr>
              <a:cxnSpLocks/>
            </p:cNvCxnSpPr>
            <p:nvPr/>
          </p:nvCxnSpPr>
          <p:spPr>
            <a:xfrm>
              <a:off x="5406887" y="4158361"/>
              <a:ext cx="311426" cy="0"/>
            </a:xfrm>
            <a:prstGeom prst="line">
              <a:avLst/>
            </a:prstGeom>
            <a:ln>
              <a:solidFill>
                <a:srgbClr val="0070C0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8885F4-6CCA-45E7-8ADA-B06DDB9F20C3}"/>
                  </a:ext>
                </a:extLst>
              </p:cNvPr>
              <p:cNvSpPr txBox="1"/>
              <p:nvPr/>
            </p:nvSpPr>
            <p:spPr>
              <a:xfrm>
                <a:off x="5866772" y="3451001"/>
                <a:ext cx="25896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d>
                        <m:dPr>
                          <m:ctrlPr>
                            <a:rPr kumimoji="1"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</m:d>
                      <m:r>
                        <a:rPr kumimoji="1" lang="en-US" altLang="ko-K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max</m:t>
                      </m:r>
                      <m:r>
                        <a:rPr kumimoji="1" lang="en-US" altLang="ko-K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kumimoji="1" lang="en-US" altLang="ko-K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  <m:d>
                            <m:dPr>
                              <m:ctrlPr>
                                <a:rPr kumimoji="1" lang="en-US" altLang="ko-KR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𝜙</m:t>
                              </m:r>
                            </m:e>
                          </m:d>
                        </m:e>
                        <m:e>
                          <m:r>
                            <a:rPr kumimoji="1"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kumimoji="1"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kumimoji="1" lang="ko-KR" altLang="en-US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8885F4-6CCA-45E7-8ADA-B06DDB9F2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772" y="3451001"/>
                <a:ext cx="2589683" cy="276999"/>
              </a:xfrm>
              <a:prstGeom prst="rect">
                <a:avLst/>
              </a:prstGeom>
              <a:blipFill>
                <a:blip r:embed="rId9"/>
                <a:stretch>
                  <a:fillRect l="-488" b="-391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269B49-BFBD-B0FF-2BC5-F00F220CAD8E}"/>
                  </a:ext>
                </a:extLst>
              </p:cNvPr>
              <p:cNvSpPr txBox="1"/>
              <p:nvPr/>
            </p:nvSpPr>
            <p:spPr>
              <a:xfrm>
                <a:off x="6443242" y="3817318"/>
                <a:ext cx="16975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max</m:t>
                      </m:r>
                      <m:r>
                        <a:rPr kumimoji="1" lang="en-US" altLang="ko-K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kumimoji="1" lang="en-US" altLang="ko-K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𝜙</m:t>
                          </m:r>
                        </m:e>
                        <m:e>
                          <m:r>
                            <a:rPr kumimoji="1"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kumimoji="1"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kumimoji="1" lang="ko-KR" altLang="en-US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269B49-BFBD-B0FF-2BC5-F00F220CA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3242" y="3817318"/>
                <a:ext cx="1697580" cy="276999"/>
              </a:xfrm>
              <a:prstGeom prst="rect">
                <a:avLst/>
              </a:prstGeom>
              <a:blipFill>
                <a:blip r:embed="rId10"/>
                <a:stretch>
                  <a:fillRect l="-746" b="-391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9B15E2-B367-45C6-B318-CD8B87BD9529}"/>
                  </a:ext>
                </a:extLst>
              </p:cNvPr>
              <p:cNvSpPr txBox="1"/>
              <p:nvPr/>
            </p:nvSpPr>
            <p:spPr>
              <a:xfrm>
                <a:off x="6443242" y="4183635"/>
                <a:ext cx="8864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max</m:t>
                      </m:r>
                      <m:r>
                        <a:rPr kumimoji="1" lang="en-US" altLang="ko-K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y</m:t>
                      </m:r>
                    </m:oMath>
                  </m:oMathPara>
                </a14:m>
                <a:endParaRPr kumimoji="1" lang="ko-KR" altLang="en-US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9B15E2-B367-45C6-B318-CD8B87BD9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3242" y="4183635"/>
                <a:ext cx="886461" cy="276999"/>
              </a:xfrm>
              <a:prstGeom prst="rect">
                <a:avLst/>
              </a:prstGeom>
              <a:blipFill>
                <a:blip r:embed="rId11"/>
                <a:stretch>
                  <a:fillRect l="-2857" t="-4348" r="-5714" b="-391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044F063-A311-BA18-CD2D-9D6411F4799F}"/>
              </a:ext>
            </a:extLst>
          </p:cNvPr>
          <p:cNvSpPr txBox="1"/>
          <p:nvPr/>
        </p:nvSpPr>
        <p:spPr>
          <a:xfrm>
            <a:off x="1990032" y="5540988"/>
            <a:ext cx="836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Model-misspecification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이 있는 경우 </a:t>
            </a:r>
            <a:r>
              <a:rPr kumimoji="1" lang="en-US" altLang="ko-KR" sz="1600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reward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로 추천한 점에는 편향이 있을 수 있다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A5ADC78-A4EB-24C8-2480-5BB17D7CCD36}"/>
                  </a:ext>
                </a:extLst>
              </p:cNvPr>
              <p:cNvSpPr txBox="1"/>
              <p:nvPr/>
            </p:nvSpPr>
            <p:spPr>
              <a:xfrm>
                <a:off x="1990865" y="5857771"/>
                <a:ext cx="718805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(i.e. </a:t>
                </a:r>
                <a:r>
                  <a:rPr kumimoji="1" lang="ko-KR" alt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계산의 편의를 위해 </a:t>
                </a:r>
                <a14:m>
                  <m:oMath xmlns:m="http://schemas.openxmlformats.org/officeDocument/2006/math">
                    <m:r>
                      <a:rPr kumimoji="1"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kumimoji="1"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≈</m:t>
                    </m:r>
                    <m:r>
                      <m:rPr>
                        <m:sty m:val="p"/>
                      </m:rPr>
                      <a:rPr kumimoji="1"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surrogate</m:t>
                    </m:r>
                    <m:r>
                      <a:rPr kumimoji="1"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kumimoji="1"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𝜙</m:t>
                    </m:r>
                  </m:oMath>
                </a14:m>
                <a:r>
                  <a:rPr kumimoji="1" lang="ko-KR" alt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로 사용하므로 현실 </a:t>
                </a:r>
                <a:r>
                  <a:rPr kumimoji="1"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r>
                  <a:rPr kumimoji="1" lang="ko-KR" altLang="en-US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를</a:t>
                </a:r>
                <a:r>
                  <a:rPr kumimoji="1" lang="ko-KR" alt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1"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100% </a:t>
                </a:r>
                <a:r>
                  <a:rPr kumimoji="1" lang="ko-KR" alt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반영하지 못한다</a:t>
                </a:r>
                <a:r>
                  <a:rPr kumimoji="1"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.)</a:t>
                </a:r>
                <a:endParaRPr kumimoji="1" lang="ko-KR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A5ADC78-A4EB-24C8-2480-5BB17D7CC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865" y="5857771"/>
                <a:ext cx="7188058" cy="307777"/>
              </a:xfrm>
              <a:prstGeom prst="rect">
                <a:avLst/>
              </a:prstGeom>
              <a:blipFill>
                <a:blip r:embed="rId12"/>
                <a:stretch>
                  <a:fillRect l="-176"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78CA11CB-CF5D-4DDB-A54B-BD723809D0A9}"/>
              </a:ext>
            </a:extLst>
          </p:cNvPr>
          <p:cNvSpPr txBox="1"/>
          <p:nvPr/>
        </p:nvSpPr>
        <p:spPr>
          <a:xfrm>
            <a:off x="4294198" y="6508647"/>
            <a:ext cx="80489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 reward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는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noise-free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인 경우는 괜찮지만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, noise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가 있는 경우 문제가 발생한다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50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46" grpId="0" animBg="1"/>
      <p:bldP spid="47" grpId="0"/>
      <p:bldP spid="49" grpId="0" animBg="1"/>
      <p:bldP spid="51" grpId="0"/>
      <p:bldP spid="54" grpId="0"/>
      <p:bldP spid="55" grpId="0"/>
      <p:bldP spid="56" grpId="0"/>
      <p:bldP spid="57" grpId="0"/>
      <p:bldP spid="60" grpId="0"/>
      <p:bldP spid="11" grpId="0"/>
      <p:bldP spid="13" grpId="0"/>
      <p:bldP spid="14" grpId="0"/>
      <p:bldP spid="16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B86C68C9-79B6-572F-8EA7-35CEC939BD8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Under noise, setting </a:t>
                </a:r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d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𝒎𝒂𝒙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kumimoji="1" lang="en-US" altLang="ko-KR" dirty="0"/>
                  <a:t> can lead to overestimation.</a:t>
                </a:r>
                <a:endParaRPr kumimoji="1"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B86C68C9-79B6-572F-8EA7-35CEC939BD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5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A3A20623-4886-B899-1A75-0F1EF958C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922" y="1405907"/>
            <a:ext cx="7772400" cy="16559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670050-B031-ACAE-2633-93F28941136F}"/>
              </a:ext>
            </a:extLst>
          </p:cNvPr>
          <p:cNvSpPr txBox="1"/>
          <p:nvPr/>
        </p:nvSpPr>
        <p:spPr>
          <a:xfrm>
            <a:off x="3377258" y="930640"/>
            <a:ext cx="1083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Noisy D</a:t>
            </a:r>
            <a:endParaRPr kumimoji="1" lang="ko-KR" alt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BF1F85-9CDE-5AD9-7CFE-20A93642B795}"/>
              </a:ext>
            </a:extLst>
          </p:cNvPr>
          <p:cNvSpPr txBox="1"/>
          <p:nvPr/>
        </p:nvSpPr>
        <p:spPr>
          <a:xfrm>
            <a:off x="7492412" y="930640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2000" dirty="0">
                <a:solidFill>
                  <a:srgbClr val="1B2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Exact D</a:t>
            </a:r>
            <a:endParaRPr kumimoji="1" lang="ko-KR" altLang="en-US" sz="2000" dirty="0">
              <a:solidFill>
                <a:srgbClr val="1B22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1834A2E7-DB97-EE5E-040E-5B19B6FE98EF}"/>
              </a:ext>
            </a:extLst>
          </p:cNvPr>
          <p:cNvCxnSpPr/>
          <p:nvPr/>
        </p:nvCxnSpPr>
        <p:spPr>
          <a:xfrm flipH="1">
            <a:off x="5512905" y="1575184"/>
            <a:ext cx="351182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D1DC706A-B927-5847-8BAB-12B28FD70510}"/>
              </a:ext>
            </a:extLst>
          </p:cNvPr>
          <p:cNvCxnSpPr>
            <a:cxnSpLocks/>
          </p:cNvCxnSpPr>
          <p:nvPr/>
        </p:nvCxnSpPr>
        <p:spPr>
          <a:xfrm flipH="1">
            <a:off x="6016487" y="1826975"/>
            <a:ext cx="1239078" cy="0"/>
          </a:xfrm>
          <a:prstGeom prst="line">
            <a:avLst/>
          </a:prstGeom>
          <a:ln>
            <a:solidFill>
              <a:srgbClr val="1B22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2C8630-6119-FBC4-3156-B98C539D1F37}"/>
                  </a:ext>
                </a:extLst>
              </p:cNvPr>
              <p:cNvSpPr txBox="1"/>
              <p:nvPr/>
            </p:nvSpPr>
            <p:spPr>
              <a:xfrm>
                <a:off x="5315348" y="1203978"/>
                <a:ext cx="7462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d>
                        <m:dPr>
                          <m:ctrlPr>
                            <a:rPr kumimoji="1"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kumimoji="1" lang="ko-KR" alt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2C8630-6119-FBC4-3156-B98C539D1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348" y="1203978"/>
                <a:ext cx="7462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F2DCA6-E680-034A-B0E5-E39F0C4B3278}"/>
                  </a:ext>
                </a:extLst>
              </p:cNvPr>
              <p:cNvSpPr txBox="1"/>
              <p:nvPr/>
            </p:nvSpPr>
            <p:spPr>
              <a:xfrm>
                <a:off x="6262878" y="1457643"/>
                <a:ext cx="7462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solidFill>
                            <a:srgbClr val="1B22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d>
                        <m:dPr>
                          <m:ctrlPr>
                            <a:rPr kumimoji="1" lang="en-US" altLang="ko-KR" b="0" i="1" smtClean="0">
                              <a:solidFill>
                                <a:srgbClr val="1B22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solidFill>
                                <a:srgbClr val="1B22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kumimoji="1" lang="ko-KR" altLang="en-US" dirty="0">
                  <a:solidFill>
                    <a:srgbClr val="1B22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F2DCA6-E680-034A-B0E5-E39F0C4B3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878" y="1457643"/>
                <a:ext cx="7462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7DD8A0-4092-C673-365C-8738AF6AAAD3}"/>
                  </a:ext>
                </a:extLst>
              </p:cNvPr>
              <p:cNvSpPr txBox="1"/>
              <p:nvPr/>
            </p:nvSpPr>
            <p:spPr>
              <a:xfrm>
                <a:off x="1412819" y="3225086"/>
                <a:ext cx="16639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d>
                        <m:d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</m:d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𝑚𝑎𝑥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</m:oMath>
                  </m:oMathPara>
                </a14:m>
                <a:endParaRPr kumimoji="1" lang="ko-KR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7DD8A0-4092-C673-365C-8738AF6AA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819" y="3225086"/>
                <a:ext cx="1663917" cy="307777"/>
              </a:xfrm>
              <a:prstGeom prst="rect">
                <a:avLst/>
              </a:prstGeom>
              <a:blipFill>
                <a:blip r:embed="rId6"/>
                <a:stretch>
                  <a:fillRect l="-1515" t="-3846" r="-2273" b="-346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96653ED-6A86-4203-3A80-8827FE06F776}"/>
              </a:ext>
            </a:extLst>
          </p:cNvPr>
          <p:cNvSpPr txBox="1"/>
          <p:nvPr/>
        </p:nvSpPr>
        <p:spPr>
          <a:xfrm>
            <a:off x="2941985" y="3238928"/>
            <a:ext cx="67104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의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하에서 더 높은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가지는 데이터는 </a:t>
            </a:r>
            <a:r>
              <a:rPr kumimoji="1" lang="en-US" altLang="ko-K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Noisy D (</a:t>
            </a:r>
            <a:r>
              <a:rPr kumimoji="1" lang="ko-KR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왼쪽</a:t>
            </a:r>
            <a:r>
              <a:rPr kumimoji="1" lang="en-US" altLang="ko-K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이다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54A1956-732C-39C8-455F-700CCF8C07A7}"/>
              </a:ext>
            </a:extLst>
          </p:cNvPr>
          <p:cNvCxnSpPr/>
          <p:nvPr/>
        </p:nvCxnSpPr>
        <p:spPr>
          <a:xfrm>
            <a:off x="1272211" y="3836505"/>
            <a:ext cx="5830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67F2D82-17ED-68F3-AB23-3B650A39052A}"/>
              </a:ext>
            </a:extLst>
          </p:cNvPr>
          <p:cNvSpPr txBox="1"/>
          <p:nvPr/>
        </p:nvSpPr>
        <p:spPr>
          <a:xfrm>
            <a:off x="2039233" y="3667228"/>
            <a:ext cx="6264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하지만 왼쪽 데이터에는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noise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가 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껴있어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정보가 거의 없다시피 하다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BFFCE2-1A1D-2892-C1FE-83C219914DBA}"/>
              </a:ext>
            </a:extLst>
          </p:cNvPr>
          <p:cNvSpPr txBox="1"/>
          <p:nvPr/>
        </p:nvSpPr>
        <p:spPr>
          <a:xfrm>
            <a:off x="2039233" y="4371063"/>
            <a:ext cx="92785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따라서 이렇게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noise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가 많이 포함된 경우 추천 그리고 최적화 과정에서 많은 편향을 발생시킬 수 있다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B878AF3-ABEF-7C70-A368-9B47F717C792}"/>
                  </a:ext>
                </a:extLst>
              </p:cNvPr>
              <p:cNvSpPr txBox="1"/>
              <p:nvPr/>
            </p:nvSpPr>
            <p:spPr>
              <a:xfrm>
                <a:off x="2039233" y="4705076"/>
                <a:ext cx="712682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이런 상황의 대안으로 </a:t>
                </a:r>
                <a:r>
                  <a:rPr kumimoji="1" lang="ko-KR" alt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관측값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kumimoji="1" lang="ko-KR" alt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를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사용하지 않고 사후평균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ko-KR" alt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를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사용한다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B878AF3-ABEF-7C70-A368-9B47F717C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233" y="4705076"/>
                <a:ext cx="7126823" cy="338554"/>
              </a:xfrm>
              <a:prstGeom prst="rect">
                <a:avLst/>
              </a:prstGeom>
              <a:blipFill>
                <a:blip r:embed="rId7"/>
                <a:stretch>
                  <a:fillRect l="-534" t="-3704" b="-25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45513740-06EB-482E-7A87-4A706212455D}"/>
              </a:ext>
            </a:extLst>
          </p:cNvPr>
          <p:cNvSpPr txBox="1"/>
          <p:nvPr/>
        </p:nvSpPr>
        <p:spPr>
          <a:xfrm>
            <a:off x="2039233" y="4005782"/>
            <a:ext cx="74719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Noisy D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에서는 실제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과대추정 해버리는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outlier 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점을 추천해버리게 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E8A6C2F-4F23-AF97-4837-33EC31441653}"/>
              </a:ext>
            </a:extLst>
          </p:cNvPr>
          <p:cNvCxnSpPr>
            <a:cxnSpLocks/>
          </p:cNvCxnSpPr>
          <p:nvPr/>
        </p:nvCxnSpPr>
        <p:spPr>
          <a:xfrm>
            <a:off x="910347" y="6550450"/>
            <a:ext cx="35987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자유형 21">
            <a:extLst>
              <a:ext uri="{FF2B5EF4-FFF2-40B4-BE49-F238E27FC236}">
                <a16:creationId xmlns:a16="http://schemas.microsoft.com/office/drawing/2014/main" id="{4DBAF83B-DC99-35A1-51CE-96F1B6FD9C44}"/>
              </a:ext>
            </a:extLst>
          </p:cNvPr>
          <p:cNvSpPr/>
          <p:nvPr/>
        </p:nvSpPr>
        <p:spPr>
          <a:xfrm>
            <a:off x="1087460" y="5564213"/>
            <a:ext cx="3312262" cy="897680"/>
          </a:xfrm>
          <a:custGeom>
            <a:avLst/>
            <a:gdLst>
              <a:gd name="csX0" fmla="*/ 0 w 3295135"/>
              <a:gd name="csY0" fmla="*/ 914898 h 914898"/>
              <a:gd name="csX1" fmla="*/ 584886 w 3295135"/>
              <a:gd name="csY1" fmla="*/ 305298 h 914898"/>
              <a:gd name="csX2" fmla="*/ 1136821 w 3295135"/>
              <a:gd name="csY2" fmla="*/ 873709 h 914898"/>
              <a:gd name="csX3" fmla="*/ 1820562 w 3295135"/>
              <a:gd name="csY3" fmla="*/ 498 h 914898"/>
              <a:gd name="csX4" fmla="*/ 2257167 w 3295135"/>
              <a:gd name="csY4" fmla="*/ 750141 h 914898"/>
              <a:gd name="csX5" fmla="*/ 3295135 w 3295135"/>
              <a:gd name="csY5" fmla="*/ 881947 h 914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295135" h="914898">
                <a:moveTo>
                  <a:pt x="0" y="914898"/>
                </a:moveTo>
                <a:cubicBezTo>
                  <a:pt x="197708" y="613530"/>
                  <a:pt x="395416" y="312163"/>
                  <a:pt x="584886" y="305298"/>
                </a:cubicBezTo>
                <a:cubicBezTo>
                  <a:pt x="774356" y="298433"/>
                  <a:pt x="930875" y="924509"/>
                  <a:pt x="1136821" y="873709"/>
                </a:cubicBezTo>
                <a:cubicBezTo>
                  <a:pt x="1342767" y="822909"/>
                  <a:pt x="1633838" y="21093"/>
                  <a:pt x="1820562" y="498"/>
                </a:cubicBezTo>
                <a:cubicBezTo>
                  <a:pt x="2007286" y="-20097"/>
                  <a:pt x="2011405" y="603233"/>
                  <a:pt x="2257167" y="750141"/>
                </a:cubicBezTo>
                <a:cubicBezTo>
                  <a:pt x="2502929" y="897049"/>
                  <a:pt x="2899032" y="889498"/>
                  <a:pt x="3295135" y="88194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5543FF8-EB44-22E3-94F2-76CE9AA0DD43}"/>
              </a:ext>
            </a:extLst>
          </p:cNvPr>
          <p:cNvSpPr/>
          <p:nvPr/>
        </p:nvSpPr>
        <p:spPr>
          <a:xfrm>
            <a:off x="1444613" y="5899661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D7F0771-CD30-D81E-3C1B-10BAE725C52F}"/>
              </a:ext>
            </a:extLst>
          </p:cNvPr>
          <p:cNvSpPr/>
          <p:nvPr/>
        </p:nvSpPr>
        <p:spPr>
          <a:xfrm>
            <a:off x="1877102" y="6068537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007A42C1-5F5A-C3B6-2501-2EB3E7CB0E85}"/>
              </a:ext>
            </a:extLst>
          </p:cNvPr>
          <p:cNvSpPr/>
          <p:nvPr/>
        </p:nvSpPr>
        <p:spPr>
          <a:xfrm>
            <a:off x="1802955" y="5953210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C586082B-C906-9D24-85ED-149336FC4D72}"/>
              </a:ext>
            </a:extLst>
          </p:cNvPr>
          <p:cNvSpPr/>
          <p:nvPr/>
        </p:nvSpPr>
        <p:spPr>
          <a:xfrm>
            <a:off x="2298366" y="6291216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4B5A7B0F-3704-D473-E7E4-7843CAA47819}"/>
              </a:ext>
            </a:extLst>
          </p:cNvPr>
          <p:cNvSpPr/>
          <p:nvPr/>
        </p:nvSpPr>
        <p:spPr>
          <a:xfrm>
            <a:off x="1157013" y="6254145"/>
            <a:ext cx="82379" cy="741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8189C0D-644F-97BB-4B7D-E6604195FE01}"/>
              </a:ext>
            </a:extLst>
          </p:cNvPr>
          <p:cNvSpPr/>
          <p:nvPr/>
        </p:nvSpPr>
        <p:spPr>
          <a:xfrm>
            <a:off x="2430426" y="5450230"/>
            <a:ext cx="2197894" cy="1199321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2E87CA-3B50-8A63-307A-364AE063A8A1}"/>
              </a:ext>
            </a:extLst>
          </p:cNvPr>
          <p:cNvSpPr txBox="1"/>
          <p:nvPr/>
        </p:nvSpPr>
        <p:spPr>
          <a:xfrm>
            <a:off x="3426939" y="5467999"/>
            <a:ext cx="2292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uncertainty region</a:t>
            </a:r>
            <a:endParaRPr kumimoji="1" lang="ko-KR" altLang="en-US" sz="16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C3BDD298-ABB2-E88F-0CBE-7B67A6186A2C}"/>
              </a:ext>
            </a:extLst>
          </p:cNvPr>
          <p:cNvGrpSpPr/>
          <p:nvPr/>
        </p:nvGrpSpPr>
        <p:grpSpPr>
          <a:xfrm>
            <a:off x="5619432" y="5706501"/>
            <a:ext cx="4931598" cy="712337"/>
            <a:chOff x="5935122" y="5484291"/>
            <a:chExt cx="4931598" cy="7123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F229E32-E12A-1FCC-7E1B-0CE6399D6FF8}"/>
                    </a:ext>
                  </a:extLst>
                </p:cNvPr>
                <p:cNvSpPr txBox="1"/>
                <p:nvPr/>
              </p:nvSpPr>
              <p:spPr>
                <a:xfrm>
                  <a:off x="5935122" y="5484291"/>
                  <a:ext cx="1875385" cy="4049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kumimoji="1" lang="en-US" altLang="ko-KR" i="1" smtClean="0">
                          <a:solidFill>
                            <a:srgbClr val="FF7F0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𝑚𝑎</m:t>
                      </m:r>
                      <m:sSub>
                        <m:sSubPr>
                          <m:ctrlPr>
                            <a:rPr kumimoji="1" lang="en-US" altLang="ko-KR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kumimoji="1" lang="en-US" altLang="ko-KR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kumimoji="1" lang="en-US" altLang="ko-KR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𝒳</m:t>
                          </m:r>
                        </m:sub>
                      </m:sSub>
                      <m:d>
                        <m:dPr>
                          <m:ctrlPr>
                            <a:rPr kumimoji="1" lang="en-US" altLang="ko-KR" i="1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i="1">
                                  <a:solidFill>
                                    <a:srgbClr val="FF7F0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>
                                  <a:solidFill>
                                    <a:srgbClr val="FF7F0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1" lang="en-US" altLang="ko-KR" i="1">
                                  <a:solidFill>
                                    <a:srgbClr val="FF7F0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ko-KR" i="1">
                                  <a:solidFill>
                                    <a:srgbClr val="FF7F0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i="1">
                                  <a:solidFill>
                                    <a:srgbClr val="FF7F0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US" sz="2000" dirty="0"/>
                    <a:t> </a:t>
                  </a:r>
                  <a:endParaRPr sz="20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F229E32-E12A-1FCC-7E1B-0CE6399D6F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5122" y="5484291"/>
                  <a:ext cx="1875385" cy="404983"/>
                </a:xfrm>
                <a:prstGeom prst="rect">
                  <a:avLst/>
                </a:prstGeom>
                <a:blipFill>
                  <a:blip r:embed="rId8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D19BB1D-D62B-C7A5-E677-A1A85BB0049E}"/>
                </a:ext>
              </a:extLst>
            </p:cNvPr>
            <p:cNvSpPr txBox="1"/>
            <p:nvPr/>
          </p:nvSpPr>
          <p:spPr>
            <a:xfrm>
              <a:off x="7580243" y="5550720"/>
              <a:ext cx="32864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와 같은 </a:t>
              </a:r>
              <a:r>
                <a:rPr kumimoji="1"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global reward</a:t>
              </a:r>
              <a:r>
                <a: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로 추천할 때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9CE4C4-F40B-8097-5157-C30A4769B911}"/>
                </a:ext>
              </a:extLst>
            </p:cNvPr>
            <p:cNvSpPr txBox="1"/>
            <p:nvPr/>
          </p:nvSpPr>
          <p:spPr>
            <a:xfrm>
              <a:off x="6112785" y="5858074"/>
              <a:ext cx="46346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사후평균 뿐만 아니라 불확실성도 고려해야 한다</a:t>
              </a:r>
              <a:r>
                <a:rPr kumimoji="1"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DEC6-51ED-6282-F40B-97F7F77995E0}"/>
              </a:ext>
            </a:extLst>
          </p:cNvPr>
          <p:cNvSpPr txBox="1"/>
          <p:nvPr/>
        </p:nvSpPr>
        <p:spPr>
          <a:xfrm>
            <a:off x="8304090" y="6522422"/>
            <a:ext cx="3937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Naïve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하게는 어떻게 고려해볼 수 있을까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kumimoji="1"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60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7" grpId="0"/>
      <p:bldP spid="18" grpId="0"/>
      <p:bldP spid="19" grpId="0"/>
      <p:bldP spid="20" grpId="0"/>
      <p:bldP spid="22" grpId="0" animBg="1"/>
      <p:bldP spid="23" grpId="0" animBg="1"/>
      <p:bldP spid="24" grpId="0" animBg="1"/>
      <p:bldP spid="25" grpId="0" animBg="1"/>
      <p:bldP spid="30" grpId="0" animBg="1"/>
      <p:bldP spid="31" grpId="0" animBg="1"/>
      <p:bldP spid="36" grpId="0" animBg="1"/>
      <p:bldP spid="37" grpId="0"/>
      <p:bldP spid="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28D62EE5-A169-D983-C038-2814DBE1A46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54459" y="245597"/>
                <a:ext cx="12037541" cy="383182"/>
              </a:xfrm>
            </p:spPr>
            <p:txBody>
              <a:bodyPr>
                <a:spAutoFit/>
              </a:bodyPr>
              <a:lstStyle/>
              <a:p>
                <a:r>
                  <a:rPr kumimoji="1" lang="en-US" altLang="ko-KR" dirty="0"/>
                  <a:t>We can recommend the best value among those with uncertainty below </a:t>
                </a:r>
                <a14:m>
                  <m:oMath xmlns:m="http://schemas.openxmlformats.org/officeDocument/2006/math">
                    <m:r>
                      <a:rPr kumimoji="1" lang="en-US" altLang="ko-KR" b="1" i="1" smtClean="0">
                        <a:latin typeface="Cambria Math" panose="02040503050406030204" pitchFamily="18" charset="0"/>
                      </a:rPr>
                      <m:t>𝞾</m:t>
                    </m:r>
                  </m:oMath>
                </a14:m>
                <a:r>
                  <a:rPr kumimoji="1" lang="en-US" altLang="ko-KR" dirty="0"/>
                  <a:t>.</a:t>
                </a:r>
                <a:endParaRPr kumimoji="1"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28D62EE5-A169-D983-C038-2814DBE1A4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54459" y="245597"/>
                <a:ext cx="12037541" cy="383182"/>
              </a:xfrm>
              <a:blipFill>
                <a:blip r:embed="rId3"/>
                <a:stretch>
                  <a:fillRect l="-527" t="-12903" b="-290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565D35F2-7823-616F-DF2F-30DAD280653D}"/>
              </a:ext>
            </a:extLst>
          </p:cNvPr>
          <p:cNvCxnSpPr>
            <a:cxnSpLocks/>
          </p:cNvCxnSpPr>
          <p:nvPr/>
        </p:nvCxnSpPr>
        <p:spPr>
          <a:xfrm>
            <a:off x="821090" y="3007933"/>
            <a:ext cx="4681404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자유형 4">
            <a:extLst>
              <a:ext uri="{FF2B5EF4-FFF2-40B4-BE49-F238E27FC236}">
                <a16:creationId xmlns:a16="http://schemas.microsoft.com/office/drawing/2014/main" id="{40C14D7A-51DD-D577-5DC6-B3715FC256B4}"/>
              </a:ext>
            </a:extLst>
          </p:cNvPr>
          <p:cNvSpPr/>
          <p:nvPr/>
        </p:nvSpPr>
        <p:spPr>
          <a:xfrm>
            <a:off x="998203" y="1604357"/>
            <a:ext cx="4263753" cy="1315019"/>
          </a:xfrm>
          <a:custGeom>
            <a:avLst/>
            <a:gdLst>
              <a:gd name="csX0" fmla="*/ 0 w 3295135"/>
              <a:gd name="csY0" fmla="*/ 914898 h 914898"/>
              <a:gd name="csX1" fmla="*/ 584886 w 3295135"/>
              <a:gd name="csY1" fmla="*/ 305298 h 914898"/>
              <a:gd name="csX2" fmla="*/ 1136821 w 3295135"/>
              <a:gd name="csY2" fmla="*/ 873709 h 914898"/>
              <a:gd name="csX3" fmla="*/ 1820562 w 3295135"/>
              <a:gd name="csY3" fmla="*/ 498 h 914898"/>
              <a:gd name="csX4" fmla="*/ 2257167 w 3295135"/>
              <a:gd name="csY4" fmla="*/ 750141 h 914898"/>
              <a:gd name="csX5" fmla="*/ 3295135 w 3295135"/>
              <a:gd name="csY5" fmla="*/ 881947 h 914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295135" h="914898">
                <a:moveTo>
                  <a:pt x="0" y="914898"/>
                </a:moveTo>
                <a:cubicBezTo>
                  <a:pt x="197708" y="613530"/>
                  <a:pt x="395416" y="312163"/>
                  <a:pt x="584886" y="305298"/>
                </a:cubicBezTo>
                <a:cubicBezTo>
                  <a:pt x="774356" y="298433"/>
                  <a:pt x="930875" y="924509"/>
                  <a:pt x="1136821" y="873709"/>
                </a:cubicBezTo>
                <a:cubicBezTo>
                  <a:pt x="1342767" y="822909"/>
                  <a:pt x="1633838" y="21093"/>
                  <a:pt x="1820562" y="498"/>
                </a:cubicBezTo>
                <a:cubicBezTo>
                  <a:pt x="2007286" y="-20097"/>
                  <a:pt x="2011405" y="603233"/>
                  <a:pt x="2257167" y="750141"/>
                </a:cubicBezTo>
                <a:cubicBezTo>
                  <a:pt x="2502929" y="897049"/>
                  <a:pt x="2899032" y="889498"/>
                  <a:pt x="3295135" y="88194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80A0775-EB6F-94A5-B6F0-9721AFD0FCF4}"/>
              </a:ext>
            </a:extLst>
          </p:cNvPr>
          <p:cNvSpPr/>
          <p:nvPr/>
        </p:nvSpPr>
        <p:spPr>
          <a:xfrm>
            <a:off x="1438483" y="2157073"/>
            <a:ext cx="106595" cy="1065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4202785-6461-E35E-DC2D-3E7DA9F3F7AF}"/>
              </a:ext>
            </a:extLst>
          </p:cNvPr>
          <p:cNvSpPr/>
          <p:nvPr/>
        </p:nvSpPr>
        <p:spPr>
          <a:xfrm>
            <a:off x="2039947" y="2396067"/>
            <a:ext cx="106595" cy="1065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44B00EB-71B5-B9CA-F0ED-E1D070DFC1A1}"/>
              </a:ext>
            </a:extLst>
          </p:cNvPr>
          <p:cNvSpPr/>
          <p:nvPr/>
        </p:nvSpPr>
        <p:spPr>
          <a:xfrm>
            <a:off x="1953383" y="2234222"/>
            <a:ext cx="106595" cy="1065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BA62E4E-23AB-507B-0881-2D6B81987AFD}"/>
              </a:ext>
            </a:extLst>
          </p:cNvPr>
          <p:cNvSpPr/>
          <p:nvPr/>
        </p:nvSpPr>
        <p:spPr>
          <a:xfrm>
            <a:off x="2911777" y="2069150"/>
            <a:ext cx="106595" cy="1065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35D8565-B205-294B-2C99-D52D047D8120}"/>
              </a:ext>
            </a:extLst>
          </p:cNvPr>
          <p:cNvSpPr/>
          <p:nvPr/>
        </p:nvSpPr>
        <p:spPr>
          <a:xfrm>
            <a:off x="3130079" y="1700159"/>
            <a:ext cx="106595" cy="1065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080370E-56D7-44F6-64B3-A7EA129929FE}"/>
              </a:ext>
            </a:extLst>
          </p:cNvPr>
          <p:cNvSpPr/>
          <p:nvPr/>
        </p:nvSpPr>
        <p:spPr>
          <a:xfrm>
            <a:off x="3488404" y="1822663"/>
            <a:ext cx="106595" cy="1065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F43931F-3572-05BA-F509-DA5DBD09719C}"/>
              </a:ext>
            </a:extLst>
          </p:cNvPr>
          <p:cNvSpPr/>
          <p:nvPr/>
        </p:nvSpPr>
        <p:spPr>
          <a:xfrm>
            <a:off x="3541701" y="1979097"/>
            <a:ext cx="106595" cy="1065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451A9AF-4BE0-844E-4EB7-2BD073F1445A}"/>
              </a:ext>
            </a:extLst>
          </p:cNvPr>
          <p:cNvSpPr/>
          <p:nvPr/>
        </p:nvSpPr>
        <p:spPr>
          <a:xfrm>
            <a:off x="2562210" y="2671841"/>
            <a:ext cx="106595" cy="1065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1631FDB-3DD1-74D3-0966-724F01B5C77E}"/>
              </a:ext>
            </a:extLst>
          </p:cNvPr>
          <p:cNvSpPr/>
          <p:nvPr/>
        </p:nvSpPr>
        <p:spPr>
          <a:xfrm>
            <a:off x="4275641" y="2778407"/>
            <a:ext cx="106595" cy="1065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D4EB76-8686-DC4B-5669-7AACD3F2599A}"/>
              </a:ext>
            </a:extLst>
          </p:cNvPr>
          <p:cNvSpPr txBox="1"/>
          <p:nvPr/>
        </p:nvSpPr>
        <p:spPr>
          <a:xfrm>
            <a:off x="1452194" y="1028037"/>
            <a:ext cx="35044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정해진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budget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하에서 종료된 최적화</a:t>
            </a:r>
          </a:p>
        </p:txBody>
      </p:sp>
      <p:sp>
        <p:nvSpPr>
          <p:cNvPr id="67" name="자유형 66">
            <a:extLst>
              <a:ext uri="{FF2B5EF4-FFF2-40B4-BE49-F238E27FC236}">
                <a16:creationId xmlns:a16="http://schemas.microsoft.com/office/drawing/2014/main" id="{E34702BA-5CCF-E426-A09F-B0105E774213}"/>
              </a:ext>
            </a:extLst>
          </p:cNvPr>
          <p:cNvSpPr/>
          <p:nvPr/>
        </p:nvSpPr>
        <p:spPr>
          <a:xfrm>
            <a:off x="989166" y="1806726"/>
            <a:ext cx="4272790" cy="1221212"/>
          </a:xfrm>
          <a:custGeom>
            <a:avLst/>
            <a:gdLst>
              <a:gd name="csX0" fmla="*/ 0 w 3295135"/>
              <a:gd name="csY0" fmla="*/ 914898 h 914898"/>
              <a:gd name="csX1" fmla="*/ 584886 w 3295135"/>
              <a:gd name="csY1" fmla="*/ 305298 h 914898"/>
              <a:gd name="csX2" fmla="*/ 1136821 w 3295135"/>
              <a:gd name="csY2" fmla="*/ 873709 h 914898"/>
              <a:gd name="csX3" fmla="*/ 1820562 w 3295135"/>
              <a:gd name="csY3" fmla="*/ 498 h 914898"/>
              <a:gd name="csX4" fmla="*/ 2257167 w 3295135"/>
              <a:gd name="csY4" fmla="*/ 750141 h 914898"/>
              <a:gd name="csX5" fmla="*/ 3295135 w 3295135"/>
              <a:gd name="csY5" fmla="*/ 881947 h 914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295135" h="914898">
                <a:moveTo>
                  <a:pt x="0" y="914898"/>
                </a:moveTo>
                <a:cubicBezTo>
                  <a:pt x="197708" y="613530"/>
                  <a:pt x="395416" y="312163"/>
                  <a:pt x="584886" y="305298"/>
                </a:cubicBezTo>
                <a:cubicBezTo>
                  <a:pt x="774356" y="298433"/>
                  <a:pt x="930875" y="924509"/>
                  <a:pt x="1136821" y="873709"/>
                </a:cubicBezTo>
                <a:cubicBezTo>
                  <a:pt x="1342767" y="822909"/>
                  <a:pt x="1633838" y="21093"/>
                  <a:pt x="1820562" y="498"/>
                </a:cubicBezTo>
                <a:cubicBezTo>
                  <a:pt x="2007286" y="-20097"/>
                  <a:pt x="2011405" y="603233"/>
                  <a:pt x="2257167" y="750141"/>
                </a:cubicBezTo>
                <a:cubicBezTo>
                  <a:pt x="2502929" y="897049"/>
                  <a:pt x="2899032" y="889498"/>
                  <a:pt x="3295135" y="881947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8" name="자유형 67">
            <a:extLst>
              <a:ext uri="{FF2B5EF4-FFF2-40B4-BE49-F238E27FC236}">
                <a16:creationId xmlns:a16="http://schemas.microsoft.com/office/drawing/2014/main" id="{C2E49C8D-D820-F29C-2455-FBD6C052EF73}"/>
              </a:ext>
            </a:extLst>
          </p:cNvPr>
          <p:cNvSpPr/>
          <p:nvPr/>
        </p:nvSpPr>
        <p:spPr>
          <a:xfrm>
            <a:off x="998203" y="1410874"/>
            <a:ext cx="4272790" cy="1367533"/>
          </a:xfrm>
          <a:custGeom>
            <a:avLst/>
            <a:gdLst>
              <a:gd name="csX0" fmla="*/ 0 w 3295135"/>
              <a:gd name="csY0" fmla="*/ 914898 h 914898"/>
              <a:gd name="csX1" fmla="*/ 584886 w 3295135"/>
              <a:gd name="csY1" fmla="*/ 305298 h 914898"/>
              <a:gd name="csX2" fmla="*/ 1136821 w 3295135"/>
              <a:gd name="csY2" fmla="*/ 873709 h 914898"/>
              <a:gd name="csX3" fmla="*/ 1820562 w 3295135"/>
              <a:gd name="csY3" fmla="*/ 498 h 914898"/>
              <a:gd name="csX4" fmla="*/ 2257167 w 3295135"/>
              <a:gd name="csY4" fmla="*/ 750141 h 914898"/>
              <a:gd name="csX5" fmla="*/ 3295135 w 3295135"/>
              <a:gd name="csY5" fmla="*/ 881947 h 914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295135" h="914898">
                <a:moveTo>
                  <a:pt x="0" y="914898"/>
                </a:moveTo>
                <a:cubicBezTo>
                  <a:pt x="197708" y="613530"/>
                  <a:pt x="395416" y="312163"/>
                  <a:pt x="584886" y="305298"/>
                </a:cubicBezTo>
                <a:cubicBezTo>
                  <a:pt x="774356" y="298433"/>
                  <a:pt x="930875" y="924509"/>
                  <a:pt x="1136821" y="873709"/>
                </a:cubicBezTo>
                <a:cubicBezTo>
                  <a:pt x="1342767" y="822909"/>
                  <a:pt x="1633838" y="21093"/>
                  <a:pt x="1820562" y="498"/>
                </a:cubicBezTo>
                <a:cubicBezTo>
                  <a:pt x="2007286" y="-20097"/>
                  <a:pt x="2011405" y="603233"/>
                  <a:pt x="2257167" y="750141"/>
                </a:cubicBezTo>
                <a:cubicBezTo>
                  <a:pt x="2502929" y="897049"/>
                  <a:pt x="2899032" y="889498"/>
                  <a:pt x="3295135" y="881947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53FDAD1-3732-813B-6124-99B27407A55E}"/>
                  </a:ext>
                </a:extLst>
              </p:cNvPr>
              <p:cNvSpPr txBox="1"/>
              <p:nvPr/>
            </p:nvSpPr>
            <p:spPr>
              <a:xfrm>
                <a:off x="5348295" y="2564119"/>
                <a:ext cx="94487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𝝁</m:t>
                          </m:r>
                        </m:e>
                        <m:sub>
                          <m:r>
                            <a:rPr kumimoji="1" lang="en-US" altLang="ko-KR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𝑫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</m:d>
                      <m:r>
                        <a:rPr kumimoji="1" lang="en-US" altLang="ko-K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kumimoji="1" lang="en-US" altLang="ko-K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𝝐</m:t>
                      </m:r>
                    </m:oMath>
                  </m:oMathPara>
                </a14:m>
                <a:endParaRPr kumimoji="1" lang="ko-KR" alt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53FDAD1-3732-813B-6124-99B27407A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8295" y="2564119"/>
                <a:ext cx="944874" cy="246221"/>
              </a:xfrm>
              <a:prstGeom prst="rect">
                <a:avLst/>
              </a:prstGeom>
              <a:blipFill>
                <a:blip r:embed="rId4"/>
                <a:stretch>
                  <a:fillRect l="-2632" r="-2632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A619A26-BBD3-1CB9-F58A-39CA495D412E}"/>
                  </a:ext>
                </a:extLst>
              </p:cNvPr>
              <p:cNvSpPr txBox="1"/>
              <p:nvPr/>
            </p:nvSpPr>
            <p:spPr>
              <a:xfrm>
                <a:off x="4935233" y="3024694"/>
                <a:ext cx="94487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𝝁</m:t>
                          </m:r>
                        </m:e>
                        <m:sub>
                          <m:r>
                            <a:rPr kumimoji="1" lang="en-US" altLang="ko-KR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𝑫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</m:d>
                      <m:r>
                        <a:rPr kumimoji="1" lang="en-US" altLang="ko-K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kumimoji="1" lang="en-US" altLang="ko-K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𝝐</m:t>
                      </m:r>
                    </m:oMath>
                  </m:oMathPara>
                </a14:m>
                <a:endParaRPr kumimoji="1" lang="ko-KR" alt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A619A26-BBD3-1CB9-F58A-39CA495D4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233" y="3024694"/>
                <a:ext cx="944874" cy="246221"/>
              </a:xfrm>
              <a:prstGeom prst="rect">
                <a:avLst/>
              </a:prstGeom>
              <a:blipFill>
                <a:blip r:embed="rId5"/>
                <a:stretch>
                  <a:fillRect l="-3947" r="-1316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직선 연결선[R] 71">
            <a:extLst>
              <a:ext uri="{FF2B5EF4-FFF2-40B4-BE49-F238E27FC236}">
                <a16:creationId xmlns:a16="http://schemas.microsoft.com/office/drawing/2014/main" id="{3B8E2F53-F29F-D117-298C-8B022386E5DE}"/>
              </a:ext>
            </a:extLst>
          </p:cNvPr>
          <p:cNvCxnSpPr>
            <a:stCxn id="10" idx="4"/>
          </p:cNvCxnSpPr>
          <p:nvPr/>
        </p:nvCxnSpPr>
        <p:spPr>
          <a:xfrm flipH="1">
            <a:off x="3183376" y="1806725"/>
            <a:ext cx="1" cy="121796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직선 연결선[R] 72">
            <a:extLst>
              <a:ext uri="{FF2B5EF4-FFF2-40B4-BE49-F238E27FC236}">
                <a16:creationId xmlns:a16="http://schemas.microsoft.com/office/drawing/2014/main" id="{49432AD3-718C-18F7-8A07-FCE81E8CA45C}"/>
              </a:ext>
            </a:extLst>
          </p:cNvPr>
          <p:cNvCxnSpPr>
            <a:cxnSpLocks/>
          </p:cNvCxnSpPr>
          <p:nvPr/>
        </p:nvCxnSpPr>
        <p:spPr>
          <a:xfrm>
            <a:off x="3532664" y="1945166"/>
            <a:ext cx="0" cy="1062767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43B9C76F-1AB1-F567-9E77-C2D60AC293E0}"/>
              </a:ext>
            </a:extLst>
          </p:cNvPr>
          <p:cNvGrpSpPr/>
          <p:nvPr/>
        </p:nvGrpSpPr>
        <p:grpSpPr>
          <a:xfrm>
            <a:off x="3195075" y="2936251"/>
            <a:ext cx="353880" cy="160200"/>
            <a:chOff x="3195075" y="3094192"/>
            <a:chExt cx="353880" cy="16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C136BF0A-6D08-828A-0E5D-DE0511CA883E}"/>
                    </a:ext>
                  </a:extLst>
                </p14:cNvPr>
                <p14:cNvContentPartPr/>
                <p14:nvPr/>
              </p14:nvContentPartPr>
              <p14:xfrm>
                <a:off x="3195075" y="3094192"/>
                <a:ext cx="46080" cy="136800"/>
              </p14:xfrm>
            </p:contentPart>
          </mc:Choice>
          <mc:Fallback xmlns=""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C136BF0A-6D08-828A-0E5D-DE0511CA883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89002" y="3088072"/>
                  <a:ext cx="58225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EFB137E6-9E17-F73B-BD1A-55535658D12F}"/>
                    </a:ext>
                  </a:extLst>
                </p14:cNvPr>
                <p14:cNvContentPartPr/>
                <p14:nvPr/>
              </p14:nvContentPartPr>
              <p14:xfrm>
                <a:off x="3264555" y="3123352"/>
                <a:ext cx="30600" cy="95760"/>
              </p14:xfrm>
            </p:contentPart>
          </mc:Choice>
          <mc:Fallback xmlns=""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EFB137E6-9E17-F73B-BD1A-55535658D12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58435" y="3117209"/>
                  <a:ext cx="42840" cy="1080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406E40C0-293A-0547-BC57-53BB11E40C9C}"/>
                    </a:ext>
                  </a:extLst>
                </p14:cNvPr>
                <p14:cNvContentPartPr/>
                <p14:nvPr/>
              </p14:nvContentPartPr>
              <p14:xfrm>
                <a:off x="3264555" y="3218752"/>
                <a:ext cx="360" cy="360"/>
              </p14:xfrm>
            </p:contentPart>
          </mc:Choice>
          <mc:Fallback xmlns=""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406E40C0-293A-0547-BC57-53BB11E40C9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58435" y="321263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597F8A20-AFDF-EA6F-327B-A447164B83AE}"/>
                    </a:ext>
                  </a:extLst>
                </p14:cNvPr>
                <p14:cNvContentPartPr/>
                <p14:nvPr/>
              </p14:nvContentPartPr>
              <p14:xfrm>
                <a:off x="3337275" y="3129832"/>
                <a:ext cx="34920" cy="91800"/>
              </p14:xfrm>
            </p:contentPart>
          </mc:Choice>
          <mc:Fallback xmlns=""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597F8A20-AFDF-EA6F-327B-A447164B83A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31155" y="3123688"/>
                  <a:ext cx="47160" cy="1040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9A518ACB-F0B7-E3BD-844D-E8F25C8F41D8}"/>
                    </a:ext>
                  </a:extLst>
                </p14:cNvPr>
                <p14:cNvContentPartPr/>
                <p14:nvPr/>
              </p14:nvContentPartPr>
              <p14:xfrm>
                <a:off x="3441315" y="3124072"/>
                <a:ext cx="29520" cy="96120"/>
              </p14:xfrm>
            </p:contentPart>
          </mc:Choice>
          <mc:Fallback xmlns=""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9A518ACB-F0B7-E3BD-844D-E8F25C8F41D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35195" y="3117952"/>
                  <a:ext cx="417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0F94C478-0B78-5850-15FF-754CD2F08D95}"/>
                    </a:ext>
                  </a:extLst>
                </p14:cNvPr>
                <p14:cNvContentPartPr/>
                <p14:nvPr/>
              </p14:nvContentPartPr>
              <p14:xfrm>
                <a:off x="3401715" y="3126232"/>
                <a:ext cx="39960" cy="95040"/>
              </p14:xfrm>
            </p:contentPart>
          </mc:Choice>
          <mc:Fallback xmlns=""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0F94C478-0B78-5850-15FF-754CD2F08D9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95650" y="3120112"/>
                  <a:ext cx="52091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AFD6FAED-9199-9B6E-0E04-646D13E9F508}"/>
                    </a:ext>
                  </a:extLst>
                </p14:cNvPr>
                <p14:cNvContentPartPr/>
                <p14:nvPr/>
              </p14:nvContentPartPr>
              <p14:xfrm>
                <a:off x="3548595" y="3139912"/>
                <a:ext cx="360" cy="360"/>
              </p14:xfrm>
            </p:contentPart>
          </mc:Choice>
          <mc:Fallback xmlns=""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AFD6FAED-9199-9B6E-0E04-646D13E9F50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42475" y="313379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31AD3CDE-0C0B-EB3A-FE07-14F66A437138}"/>
                    </a:ext>
                  </a:extLst>
                </p14:cNvPr>
                <p14:cNvContentPartPr/>
                <p14:nvPr/>
              </p14:nvContentPartPr>
              <p14:xfrm>
                <a:off x="3493875" y="3139912"/>
                <a:ext cx="55080" cy="114480"/>
              </p14:xfrm>
            </p:contentPart>
          </mc:Choice>
          <mc:Fallback xmlns=""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31AD3CDE-0C0B-EB3A-FE07-14F66A43713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487755" y="3133792"/>
                  <a:ext cx="673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8C45E7AC-14F9-C441-58CB-D150EA5CA90C}"/>
                    </a:ext>
                  </a:extLst>
                </p14:cNvPr>
                <p14:cNvContentPartPr/>
                <p14:nvPr/>
              </p14:nvContentPartPr>
              <p14:xfrm>
                <a:off x="3302355" y="3128032"/>
                <a:ext cx="36000" cy="85320"/>
              </p14:xfrm>
            </p:contentPart>
          </mc:Choice>
          <mc:Fallback xmlns=""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8C45E7AC-14F9-C441-58CB-D150EA5CA90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96235" y="3121912"/>
                  <a:ext cx="482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BE24DD56-B4C5-9BF4-0A37-EC5A4CE95F00}"/>
                    </a:ext>
                  </a:extLst>
                </p14:cNvPr>
                <p14:cNvContentPartPr/>
                <p14:nvPr/>
              </p14:nvContentPartPr>
              <p14:xfrm>
                <a:off x="3226395" y="3105712"/>
                <a:ext cx="55440" cy="129240"/>
              </p14:xfrm>
            </p:contentPart>
          </mc:Choice>
          <mc:Fallback xmlns=""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BE24DD56-B4C5-9BF4-0A37-EC5A4CE95F0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220275" y="3099592"/>
                  <a:ext cx="67680" cy="14148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95" name="직선 연결선[R] 94">
            <a:extLst>
              <a:ext uri="{FF2B5EF4-FFF2-40B4-BE49-F238E27FC236}">
                <a16:creationId xmlns:a16="http://schemas.microsoft.com/office/drawing/2014/main" id="{3DCDB557-B0B1-4D33-4E11-7C321C6BC2CB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4328939" y="2884973"/>
            <a:ext cx="877" cy="13334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4A608092-6E71-4CD1-F27F-C6E7D17E2539}"/>
              </a:ext>
            </a:extLst>
          </p:cNvPr>
          <p:cNvGrpSpPr/>
          <p:nvPr/>
        </p:nvGrpSpPr>
        <p:grpSpPr>
          <a:xfrm>
            <a:off x="4355194" y="2924779"/>
            <a:ext cx="1090902" cy="173640"/>
            <a:chOff x="4355194" y="3082720"/>
            <a:chExt cx="1090902" cy="173640"/>
          </a:xfrm>
        </p:grpSpPr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AB47A921-C880-2162-A52E-F850FEC5ED98}"/>
                </a:ext>
              </a:extLst>
            </p:cNvPr>
            <p:cNvGrpSpPr/>
            <p:nvPr/>
          </p:nvGrpSpPr>
          <p:grpSpPr>
            <a:xfrm>
              <a:off x="4355194" y="3082720"/>
              <a:ext cx="353880" cy="160200"/>
              <a:chOff x="3195075" y="3094192"/>
              <a:chExt cx="353880" cy="160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99" name="잉크 98">
                    <a:extLst>
                      <a:ext uri="{FF2B5EF4-FFF2-40B4-BE49-F238E27FC236}">
                        <a16:creationId xmlns:a16="http://schemas.microsoft.com/office/drawing/2014/main" id="{72DCB422-38B2-E8AA-62C5-74B30F36AFB5}"/>
                      </a:ext>
                    </a:extLst>
                  </p14:cNvPr>
                  <p14:cNvContentPartPr/>
                  <p14:nvPr/>
                </p14:nvContentPartPr>
                <p14:xfrm>
                  <a:off x="3195075" y="3094192"/>
                  <a:ext cx="46080" cy="136800"/>
                </p14:xfrm>
              </p:contentPart>
            </mc:Choice>
            <mc:Fallback xmlns="">
              <p:pic>
                <p:nvPicPr>
                  <p:cNvPr id="99" name="잉크 98">
                    <a:extLst>
                      <a:ext uri="{FF2B5EF4-FFF2-40B4-BE49-F238E27FC236}">
                        <a16:creationId xmlns:a16="http://schemas.microsoft.com/office/drawing/2014/main" id="{72DCB422-38B2-E8AA-62C5-74B30F36AFB5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3189002" y="3088072"/>
                    <a:ext cx="58225" cy="149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100" name="잉크 99">
                    <a:extLst>
                      <a:ext uri="{FF2B5EF4-FFF2-40B4-BE49-F238E27FC236}">
                        <a16:creationId xmlns:a16="http://schemas.microsoft.com/office/drawing/2014/main" id="{41AB4693-0855-46C5-CF57-67B6E7966187}"/>
                      </a:ext>
                    </a:extLst>
                  </p14:cNvPr>
                  <p14:cNvContentPartPr/>
                  <p14:nvPr/>
                </p14:nvContentPartPr>
                <p14:xfrm>
                  <a:off x="3264555" y="3123352"/>
                  <a:ext cx="30600" cy="95760"/>
                </p14:xfrm>
              </p:contentPart>
            </mc:Choice>
            <mc:Fallback xmlns="">
              <p:pic>
                <p:nvPicPr>
                  <p:cNvPr id="100" name="잉크 99">
                    <a:extLst>
                      <a:ext uri="{FF2B5EF4-FFF2-40B4-BE49-F238E27FC236}">
                        <a16:creationId xmlns:a16="http://schemas.microsoft.com/office/drawing/2014/main" id="{41AB4693-0855-46C5-CF57-67B6E7966187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3258435" y="3117209"/>
                    <a:ext cx="42840" cy="10804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101" name="잉크 100">
                    <a:extLst>
                      <a:ext uri="{FF2B5EF4-FFF2-40B4-BE49-F238E27FC236}">
                        <a16:creationId xmlns:a16="http://schemas.microsoft.com/office/drawing/2014/main" id="{32A29370-1ED2-D7F8-881B-0C1787F1BCFC}"/>
                      </a:ext>
                    </a:extLst>
                  </p14:cNvPr>
                  <p14:cNvContentPartPr/>
                  <p14:nvPr/>
                </p14:nvContentPartPr>
                <p14:xfrm>
                  <a:off x="3264555" y="3218752"/>
                  <a:ext cx="360" cy="360"/>
                </p14:xfrm>
              </p:contentPart>
            </mc:Choice>
            <mc:Fallback xmlns="">
              <p:pic>
                <p:nvPicPr>
                  <p:cNvPr id="101" name="잉크 100">
                    <a:extLst>
                      <a:ext uri="{FF2B5EF4-FFF2-40B4-BE49-F238E27FC236}">
                        <a16:creationId xmlns:a16="http://schemas.microsoft.com/office/drawing/2014/main" id="{32A29370-1ED2-D7F8-881B-0C1787F1BCFC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3258435" y="3212632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102" name="잉크 101">
                    <a:extLst>
                      <a:ext uri="{FF2B5EF4-FFF2-40B4-BE49-F238E27FC236}">
                        <a16:creationId xmlns:a16="http://schemas.microsoft.com/office/drawing/2014/main" id="{B3878C0F-2DA6-4BE1-1F69-286A55749B78}"/>
                      </a:ext>
                    </a:extLst>
                  </p14:cNvPr>
                  <p14:cNvContentPartPr/>
                  <p14:nvPr/>
                </p14:nvContentPartPr>
                <p14:xfrm>
                  <a:off x="3337275" y="3129832"/>
                  <a:ext cx="34920" cy="91800"/>
                </p14:xfrm>
              </p:contentPart>
            </mc:Choice>
            <mc:Fallback xmlns="">
              <p:pic>
                <p:nvPicPr>
                  <p:cNvPr id="102" name="잉크 101">
                    <a:extLst>
                      <a:ext uri="{FF2B5EF4-FFF2-40B4-BE49-F238E27FC236}">
                        <a16:creationId xmlns:a16="http://schemas.microsoft.com/office/drawing/2014/main" id="{B3878C0F-2DA6-4BE1-1F69-286A55749B78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3331155" y="3123688"/>
                    <a:ext cx="47160" cy="10408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103" name="잉크 102">
                    <a:extLst>
                      <a:ext uri="{FF2B5EF4-FFF2-40B4-BE49-F238E27FC236}">
                        <a16:creationId xmlns:a16="http://schemas.microsoft.com/office/drawing/2014/main" id="{E9B9DCAF-7DC2-BEE0-B74B-710E8BBA0409}"/>
                      </a:ext>
                    </a:extLst>
                  </p14:cNvPr>
                  <p14:cNvContentPartPr/>
                  <p14:nvPr/>
                </p14:nvContentPartPr>
                <p14:xfrm>
                  <a:off x="3441315" y="3124072"/>
                  <a:ext cx="29520" cy="96120"/>
                </p14:xfrm>
              </p:contentPart>
            </mc:Choice>
            <mc:Fallback xmlns="">
              <p:pic>
                <p:nvPicPr>
                  <p:cNvPr id="103" name="잉크 102">
                    <a:extLst>
                      <a:ext uri="{FF2B5EF4-FFF2-40B4-BE49-F238E27FC236}">
                        <a16:creationId xmlns:a16="http://schemas.microsoft.com/office/drawing/2014/main" id="{E9B9DCAF-7DC2-BEE0-B74B-710E8BBA0409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3435195" y="3117952"/>
                    <a:ext cx="41760" cy="108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">
                <p14:nvContentPartPr>
                  <p14:cNvPr id="104" name="잉크 103">
                    <a:extLst>
                      <a:ext uri="{FF2B5EF4-FFF2-40B4-BE49-F238E27FC236}">
                        <a16:creationId xmlns:a16="http://schemas.microsoft.com/office/drawing/2014/main" id="{285F6DC0-F809-D931-DE63-51348A2EC761}"/>
                      </a:ext>
                    </a:extLst>
                  </p14:cNvPr>
                  <p14:cNvContentPartPr/>
                  <p14:nvPr/>
                </p14:nvContentPartPr>
                <p14:xfrm>
                  <a:off x="3401715" y="3126232"/>
                  <a:ext cx="39960" cy="95040"/>
                </p14:xfrm>
              </p:contentPart>
            </mc:Choice>
            <mc:Fallback xmlns="">
              <p:pic>
                <p:nvPicPr>
                  <p:cNvPr id="104" name="잉크 103">
                    <a:extLst>
                      <a:ext uri="{FF2B5EF4-FFF2-40B4-BE49-F238E27FC236}">
                        <a16:creationId xmlns:a16="http://schemas.microsoft.com/office/drawing/2014/main" id="{285F6DC0-F809-D931-DE63-51348A2EC761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3395650" y="3120112"/>
                    <a:ext cx="52091" cy="107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105" name="잉크 104">
                    <a:extLst>
                      <a:ext uri="{FF2B5EF4-FFF2-40B4-BE49-F238E27FC236}">
                        <a16:creationId xmlns:a16="http://schemas.microsoft.com/office/drawing/2014/main" id="{68525529-6890-3023-B698-687B455CAE4F}"/>
                      </a:ext>
                    </a:extLst>
                  </p14:cNvPr>
                  <p14:cNvContentPartPr/>
                  <p14:nvPr/>
                </p14:nvContentPartPr>
                <p14:xfrm>
                  <a:off x="3548595" y="3139912"/>
                  <a:ext cx="360" cy="360"/>
                </p14:xfrm>
              </p:contentPart>
            </mc:Choice>
            <mc:Fallback xmlns="">
              <p:pic>
                <p:nvPicPr>
                  <p:cNvPr id="105" name="잉크 104">
                    <a:extLst>
                      <a:ext uri="{FF2B5EF4-FFF2-40B4-BE49-F238E27FC236}">
                        <a16:creationId xmlns:a16="http://schemas.microsoft.com/office/drawing/2014/main" id="{68525529-6890-3023-B698-687B455CAE4F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3542475" y="3133792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">
                <p14:nvContentPartPr>
                  <p14:cNvPr id="106" name="잉크 105">
                    <a:extLst>
                      <a:ext uri="{FF2B5EF4-FFF2-40B4-BE49-F238E27FC236}">
                        <a16:creationId xmlns:a16="http://schemas.microsoft.com/office/drawing/2014/main" id="{4E70E25D-AB40-9DCA-EAD5-38D68EBB2624}"/>
                      </a:ext>
                    </a:extLst>
                  </p14:cNvPr>
                  <p14:cNvContentPartPr/>
                  <p14:nvPr/>
                </p14:nvContentPartPr>
                <p14:xfrm>
                  <a:off x="3493875" y="3139912"/>
                  <a:ext cx="55080" cy="114480"/>
                </p14:xfrm>
              </p:contentPart>
            </mc:Choice>
            <mc:Fallback xmlns="">
              <p:pic>
                <p:nvPicPr>
                  <p:cNvPr id="106" name="잉크 105">
                    <a:extLst>
                      <a:ext uri="{FF2B5EF4-FFF2-40B4-BE49-F238E27FC236}">
                        <a16:creationId xmlns:a16="http://schemas.microsoft.com/office/drawing/2014/main" id="{4E70E25D-AB40-9DCA-EAD5-38D68EBB2624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3487755" y="3133792"/>
                    <a:ext cx="67320" cy="126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107" name="잉크 106">
                    <a:extLst>
                      <a:ext uri="{FF2B5EF4-FFF2-40B4-BE49-F238E27FC236}">
                        <a16:creationId xmlns:a16="http://schemas.microsoft.com/office/drawing/2014/main" id="{B13E5214-BAEE-99B6-8C7E-2B02AC398E35}"/>
                      </a:ext>
                    </a:extLst>
                  </p14:cNvPr>
                  <p14:cNvContentPartPr/>
                  <p14:nvPr/>
                </p14:nvContentPartPr>
                <p14:xfrm>
                  <a:off x="3302355" y="3128032"/>
                  <a:ext cx="36000" cy="85320"/>
                </p14:xfrm>
              </p:contentPart>
            </mc:Choice>
            <mc:Fallback xmlns="">
              <p:pic>
                <p:nvPicPr>
                  <p:cNvPr id="107" name="잉크 106">
                    <a:extLst>
                      <a:ext uri="{FF2B5EF4-FFF2-40B4-BE49-F238E27FC236}">
                        <a16:creationId xmlns:a16="http://schemas.microsoft.com/office/drawing/2014/main" id="{B13E5214-BAEE-99B6-8C7E-2B02AC398E35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3296235" y="3121912"/>
                    <a:ext cx="48240" cy="97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">
                <p14:nvContentPartPr>
                  <p14:cNvPr id="108" name="잉크 107">
                    <a:extLst>
                      <a:ext uri="{FF2B5EF4-FFF2-40B4-BE49-F238E27FC236}">
                        <a16:creationId xmlns:a16="http://schemas.microsoft.com/office/drawing/2014/main" id="{C9598DD0-2768-39AD-2D7B-073B0DCCCEE8}"/>
                      </a:ext>
                    </a:extLst>
                  </p14:cNvPr>
                  <p14:cNvContentPartPr/>
                  <p14:nvPr/>
                </p14:nvContentPartPr>
                <p14:xfrm>
                  <a:off x="3226395" y="3105712"/>
                  <a:ext cx="55440" cy="129240"/>
                </p14:xfrm>
              </p:contentPart>
            </mc:Choice>
            <mc:Fallback xmlns="">
              <p:pic>
                <p:nvPicPr>
                  <p:cNvPr id="108" name="잉크 107">
                    <a:extLst>
                      <a:ext uri="{FF2B5EF4-FFF2-40B4-BE49-F238E27FC236}">
                        <a16:creationId xmlns:a16="http://schemas.microsoft.com/office/drawing/2014/main" id="{C9598DD0-2768-39AD-2D7B-073B0DCCCEE8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3220275" y="3099592"/>
                    <a:ext cx="67680" cy="1414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CEDC1054-B06E-F81F-E3BE-58482CAEBC16}"/>
                </a:ext>
              </a:extLst>
            </p:cNvPr>
            <p:cNvGrpSpPr/>
            <p:nvPr/>
          </p:nvGrpSpPr>
          <p:grpSpPr>
            <a:xfrm>
              <a:off x="5092216" y="3096160"/>
              <a:ext cx="353880" cy="160200"/>
              <a:chOff x="3195075" y="3094192"/>
              <a:chExt cx="353880" cy="160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4">
                <p14:nvContentPartPr>
                  <p14:cNvPr id="110" name="잉크 109">
                    <a:extLst>
                      <a:ext uri="{FF2B5EF4-FFF2-40B4-BE49-F238E27FC236}">
                        <a16:creationId xmlns:a16="http://schemas.microsoft.com/office/drawing/2014/main" id="{9604D170-18F6-E4E7-D89A-702A16F73DD6}"/>
                      </a:ext>
                    </a:extLst>
                  </p14:cNvPr>
                  <p14:cNvContentPartPr/>
                  <p14:nvPr/>
                </p14:nvContentPartPr>
                <p14:xfrm>
                  <a:off x="3195075" y="3094192"/>
                  <a:ext cx="46080" cy="136800"/>
                </p14:xfrm>
              </p:contentPart>
            </mc:Choice>
            <mc:Fallback xmlns="">
              <p:pic>
                <p:nvPicPr>
                  <p:cNvPr id="110" name="잉크 109">
                    <a:extLst>
                      <a:ext uri="{FF2B5EF4-FFF2-40B4-BE49-F238E27FC236}">
                        <a16:creationId xmlns:a16="http://schemas.microsoft.com/office/drawing/2014/main" id="{9604D170-18F6-E4E7-D89A-702A16F73DD6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3189002" y="3088072"/>
                    <a:ext cx="58225" cy="149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5">
                <p14:nvContentPartPr>
                  <p14:cNvPr id="111" name="잉크 110">
                    <a:extLst>
                      <a:ext uri="{FF2B5EF4-FFF2-40B4-BE49-F238E27FC236}">
                        <a16:creationId xmlns:a16="http://schemas.microsoft.com/office/drawing/2014/main" id="{535DC480-C868-2B91-FBBB-29FFDA557C6D}"/>
                      </a:ext>
                    </a:extLst>
                  </p14:cNvPr>
                  <p14:cNvContentPartPr/>
                  <p14:nvPr/>
                </p14:nvContentPartPr>
                <p14:xfrm>
                  <a:off x="3264555" y="3123352"/>
                  <a:ext cx="30600" cy="95760"/>
                </p14:xfrm>
              </p:contentPart>
            </mc:Choice>
            <mc:Fallback xmlns="">
              <p:pic>
                <p:nvPicPr>
                  <p:cNvPr id="111" name="잉크 110">
                    <a:extLst>
                      <a:ext uri="{FF2B5EF4-FFF2-40B4-BE49-F238E27FC236}">
                        <a16:creationId xmlns:a16="http://schemas.microsoft.com/office/drawing/2014/main" id="{535DC480-C868-2B91-FBBB-29FFDA557C6D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3258435" y="3117209"/>
                    <a:ext cx="42840" cy="10804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6">
                <p14:nvContentPartPr>
                  <p14:cNvPr id="112" name="잉크 111">
                    <a:extLst>
                      <a:ext uri="{FF2B5EF4-FFF2-40B4-BE49-F238E27FC236}">
                        <a16:creationId xmlns:a16="http://schemas.microsoft.com/office/drawing/2014/main" id="{4A4D70F3-E41E-734D-6E72-FA4D758BA76E}"/>
                      </a:ext>
                    </a:extLst>
                  </p14:cNvPr>
                  <p14:cNvContentPartPr/>
                  <p14:nvPr/>
                </p14:nvContentPartPr>
                <p14:xfrm>
                  <a:off x="3264555" y="3218752"/>
                  <a:ext cx="360" cy="360"/>
                </p14:xfrm>
              </p:contentPart>
            </mc:Choice>
            <mc:Fallback xmlns="">
              <p:pic>
                <p:nvPicPr>
                  <p:cNvPr id="112" name="잉크 111">
                    <a:extLst>
                      <a:ext uri="{FF2B5EF4-FFF2-40B4-BE49-F238E27FC236}">
                        <a16:creationId xmlns:a16="http://schemas.microsoft.com/office/drawing/2014/main" id="{4A4D70F3-E41E-734D-6E72-FA4D758BA76E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3258435" y="3212632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7">
                <p14:nvContentPartPr>
                  <p14:cNvPr id="113" name="잉크 112">
                    <a:extLst>
                      <a:ext uri="{FF2B5EF4-FFF2-40B4-BE49-F238E27FC236}">
                        <a16:creationId xmlns:a16="http://schemas.microsoft.com/office/drawing/2014/main" id="{A14B004B-EF9B-7758-3A7C-589F7C579E39}"/>
                      </a:ext>
                    </a:extLst>
                  </p14:cNvPr>
                  <p14:cNvContentPartPr/>
                  <p14:nvPr/>
                </p14:nvContentPartPr>
                <p14:xfrm>
                  <a:off x="3337275" y="3129832"/>
                  <a:ext cx="34920" cy="91800"/>
                </p14:xfrm>
              </p:contentPart>
            </mc:Choice>
            <mc:Fallback xmlns="">
              <p:pic>
                <p:nvPicPr>
                  <p:cNvPr id="113" name="잉크 112">
                    <a:extLst>
                      <a:ext uri="{FF2B5EF4-FFF2-40B4-BE49-F238E27FC236}">
                        <a16:creationId xmlns:a16="http://schemas.microsoft.com/office/drawing/2014/main" id="{A14B004B-EF9B-7758-3A7C-589F7C579E39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3331155" y="3123688"/>
                    <a:ext cx="47160" cy="10408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8">
                <p14:nvContentPartPr>
                  <p14:cNvPr id="114" name="잉크 113">
                    <a:extLst>
                      <a:ext uri="{FF2B5EF4-FFF2-40B4-BE49-F238E27FC236}">
                        <a16:creationId xmlns:a16="http://schemas.microsoft.com/office/drawing/2014/main" id="{95DF0D4E-D29D-A0B6-E2F4-CDD3EA2C1414}"/>
                      </a:ext>
                    </a:extLst>
                  </p14:cNvPr>
                  <p14:cNvContentPartPr/>
                  <p14:nvPr/>
                </p14:nvContentPartPr>
                <p14:xfrm>
                  <a:off x="3441315" y="3124072"/>
                  <a:ext cx="29520" cy="96120"/>
                </p14:xfrm>
              </p:contentPart>
            </mc:Choice>
            <mc:Fallback xmlns="">
              <p:pic>
                <p:nvPicPr>
                  <p:cNvPr id="114" name="잉크 113">
                    <a:extLst>
                      <a:ext uri="{FF2B5EF4-FFF2-40B4-BE49-F238E27FC236}">
                        <a16:creationId xmlns:a16="http://schemas.microsoft.com/office/drawing/2014/main" id="{95DF0D4E-D29D-A0B6-E2F4-CDD3EA2C1414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3435195" y="3117952"/>
                    <a:ext cx="41760" cy="108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9">
                <p14:nvContentPartPr>
                  <p14:cNvPr id="115" name="잉크 114">
                    <a:extLst>
                      <a:ext uri="{FF2B5EF4-FFF2-40B4-BE49-F238E27FC236}">
                        <a16:creationId xmlns:a16="http://schemas.microsoft.com/office/drawing/2014/main" id="{E5543EF7-D1AB-D0D3-51DD-A2DB1FC4996A}"/>
                      </a:ext>
                    </a:extLst>
                  </p14:cNvPr>
                  <p14:cNvContentPartPr/>
                  <p14:nvPr/>
                </p14:nvContentPartPr>
                <p14:xfrm>
                  <a:off x="3401715" y="3126232"/>
                  <a:ext cx="39960" cy="95040"/>
                </p14:xfrm>
              </p:contentPart>
            </mc:Choice>
            <mc:Fallback xmlns="">
              <p:pic>
                <p:nvPicPr>
                  <p:cNvPr id="115" name="잉크 114">
                    <a:extLst>
                      <a:ext uri="{FF2B5EF4-FFF2-40B4-BE49-F238E27FC236}">
                        <a16:creationId xmlns:a16="http://schemas.microsoft.com/office/drawing/2014/main" id="{E5543EF7-D1AB-D0D3-51DD-A2DB1FC4996A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3395650" y="3120112"/>
                    <a:ext cx="52091" cy="107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0">
                <p14:nvContentPartPr>
                  <p14:cNvPr id="116" name="잉크 115">
                    <a:extLst>
                      <a:ext uri="{FF2B5EF4-FFF2-40B4-BE49-F238E27FC236}">
                        <a16:creationId xmlns:a16="http://schemas.microsoft.com/office/drawing/2014/main" id="{7CB0FF3F-4161-D494-395C-EEC072E5ECF1}"/>
                      </a:ext>
                    </a:extLst>
                  </p14:cNvPr>
                  <p14:cNvContentPartPr/>
                  <p14:nvPr/>
                </p14:nvContentPartPr>
                <p14:xfrm>
                  <a:off x="3548595" y="3139912"/>
                  <a:ext cx="360" cy="360"/>
                </p14:xfrm>
              </p:contentPart>
            </mc:Choice>
            <mc:Fallback xmlns="">
              <p:pic>
                <p:nvPicPr>
                  <p:cNvPr id="116" name="잉크 115">
                    <a:extLst>
                      <a:ext uri="{FF2B5EF4-FFF2-40B4-BE49-F238E27FC236}">
                        <a16:creationId xmlns:a16="http://schemas.microsoft.com/office/drawing/2014/main" id="{7CB0FF3F-4161-D494-395C-EEC072E5ECF1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3542475" y="3133792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1">
                <p14:nvContentPartPr>
                  <p14:cNvPr id="117" name="잉크 116">
                    <a:extLst>
                      <a:ext uri="{FF2B5EF4-FFF2-40B4-BE49-F238E27FC236}">
                        <a16:creationId xmlns:a16="http://schemas.microsoft.com/office/drawing/2014/main" id="{A1794001-35ED-DD0F-673D-E1DF17B38E75}"/>
                      </a:ext>
                    </a:extLst>
                  </p14:cNvPr>
                  <p14:cNvContentPartPr/>
                  <p14:nvPr/>
                </p14:nvContentPartPr>
                <p14:xfrm>
                  <a:off x="3493875" y="3139912"/>
                  <a:ext cx="55080" cy="114480"/>
                </p14:xfrm>
              </p:contentPart>
            </mc:Choice>
            <mc:Fallback xmlns="">
              <p:pic>
                <p:nvPicPr>
                  <p:cNvPr id="117" name="잉크 116">
                    <a:extLst>
                      <a:ext uri="{FF2B5EF4-FFF2-40B4-BE49-F238E27FC236}">
                        <a16:creationId xmlns:a16="http://schemas.microsoft.com/office/drawing/2014/main" id="{A1794001-35ED-DD0F-673D-E1DF17B38E75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3487755" y="3133792"/>
                    <a:ext cx="67320" cy="126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2">
                <p14:nvContentPartPr>
                  <p14:cNvPr id="118" name="잉크 117">
                    <a:extLst>
                      <a:ext uri="{FF2B5EF4-FFF2-40B4-BE49-F238E27FC236}">
                        <a16:creationId xmlns:a16="http://schemas.microsoft.com/office/drawing/2014/main" id="{EE1A313E-C682-4C4A-65DC-A6A28AB38BA8}"/>
                      </a:ext>
                    </a:extLst>
                  </p14:cNvPr>
                  <p14:cNvContentPartPr/>
                  <p14:nvPr/>
                </p14:nvContentPartPr>
                <p14:xfrm>
                  <a:off x="3302355" y="3128032"/>
                  <a:ext cx="36000" cy="85320"/>
                </p14:xfrm>
              </p:contentPart>
            </mc:Choice>
            <mc:Fallback xmlns="">
              <p:pic>
                <p:nvPicPr>
                  <p:cNvPr id="118" name="잉크 117">
                    <a:extLst>
                      <a:ext uri="{FF2B5EF4-FFF2-40B4-BE49-F238E27FC236}">
                        <a16:creationId xmlns:a16="http://schemas.microsoft.com/office/drawing/2014/main" id="{EE1A313E-C682-4C4A-65DC-A6A28AB38BA8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3296235" y="3121912"/>
                    <a:ext cx="48240" cy="97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3">
                <p14:nvContentPartPr>
                  <p14:cNvPr id="119" name="잉크 118">
                    <a:extLst>
                      <a:ext uri="{FF2B5EF4-FFF2-40B4-BE49-F238E27FC236}">
                        <a16:creationId xmlns:a16="http://schemas.microsoft.com/office/drawing/2014/main" id="{1F6C2655-200F-D6E3-4311-A9502E54F2A0}"/>
                      </a:ext>
                    </a:extLst>
                  </p14:cNvPr>
                  <p14:cNvContentPartPr/>
                  <p14:nvPr/>
                </p14:nvContentPartPr>
                <p14:xfrm>
                  <a:off x="3226395" y="3105712"/>
                  <a:ext cx="55440" cy="129240"/>
                </p14:xfrm>
              </p:contentPart>
            </mc:Choice>
            <mc:Fallback xmlns="">
              <p:pic>
                <p:nvPicPr>
                  <p:cNvPr id="119" name="잉크 118">
                    <a:extLst>
                      <a:ext uri="{FF2B5EF4-FFF2-40B4-BE49-F238E27FC236}">
                        <a16:creationId xmlns:a16="http://schemas.microsoft.com/office/drawing/2014/main" id="{1F6C2655-200F-D6E3-4311-A9502E54F2A0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3220275" y="3099592"/>
                    <a:ext cx="67680" cy="1414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FBC3CDA2-BAE7-8BFF-677A-F67CDA7F8B8F}"/>
                </a:ext>
              </a:extLst>
            </p:cNvPr>
            <p:cNvGrpSpPr/>
            <p:nvPr/>
          </p:nvGrpSpPr>
          <p:grpSpPr>
            <a:xfrm>
              <a:off x="4728205" y="3096160"/>
              <a:ext cx="353880" cy="160200"/>
              <a:chOff x="3195075" y="3094192"/>
              <a:chExt cx="353880" cy="160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4">
                <p14:nvContentPartPr>
                  <p14:cNvPr id="121" name="잉크 120">
                    <a:extLst>
                      <a:ext uri="{FF2B5EF4-FFF2-40B4-BE49-F238E27FC236}">
                        <a16:creationId xmlns:a16="http://schemas.microsoft.com/office/drawing/2014/main" id="{F65645BC-1B9D-22C3-FFDA-E1BD3365BF07}"/>
                      </a:ext>
                    </a:extLst>
                  </p14:cNvPr>
                  <p14:cNvContentPartPr/>
                  <p14:nvPr/>
                </p14:nvContentPartPr>
                <p14:xfrm>
                  <a:off x="3195075" y="3094192"/>
                  <a:ext cx="46080" cy="136800"/>
                </p14:xfrm>
              </p:contentPart>
            </mc:Choice>
            <mc:Fallback xmlns="">
              <p:pic>
                <p:nvPicPr>
                  <p:cNvPr id="121" name="잉크 120">
                    <a:extLst>
                      <a:ext uri="{FF2B5EF4-FFF2-40B4-BE49-F238E27FC236}">
                        <a16:creationId xmlns:a16="http://schemas.microsoft.com/office/drawing/2014/main" id="{F65645BC-1B9D-22C3-FFDA-E1BD3365BF07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3189002" y="3088072"/>
                    <a:ext cx="58225" cy="149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5">
                <p14:nvContentPartPr>
                  <p14:cNvPr id="122" name="잉크 121">
                    <a:extLst>
                      <a:ext uri="{FF2B5EF4-FFF2-40B4-BE49-F238E27FC236}">
                        <a16:creationId xmlns:a16="http://schemas.microsoft.com/office/drawing/2014/main" id="{FFEFE323-F867-EE12-6430-A581BECF66E1}"/>
                      </a:ext>
                    </a:extLst>
                  </p14:cNvPr>
                  <p14:cNvContentPartPr/>
                  <p14:nvPr/>
                </p14:nvContentPartPr>
                <p14:xfrm>
                  <a:off x="3264555" y="3123352"/>
                  <a:ext cx="30600" cy="95760"/>
                </p14:xfrm>
              </p:contentPart>
            </mc:Choice>
            <mc:Fallback xmlns="">
              <p:pic>
                <p:nvPicPr>
                  <p:cNvPr id="122" name="잉크 121">
                    <a:extLst>
                      <a:ext uri="{FF2B5EF4-FFF2-40B4-BE49-F238E27FC236}">
                        <a16:creationId xmlns:a16="http://schemas.microsoft.com/office/drawing/2014/main" id="{FFEFE323-F867-EE12-6430-A581BECF66E1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3258435" y="3117209"/>
                    <a:ext cx="42840" cy="10804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6">
                <p14:nvContentPartPr>
                  <p14:cNvPr id="123" name="잉크 122">
                    <a:extLst>
                      <a:ext uri="{FF2B5EF4-FFF2-40B4-BE49-F238E27FC236}">
                        <a16:creationId xmlns:a16="http://schemas.microsoft.com/office/drawing/2014/main" id="{67509CCF-384D-BA9D-BD19-1BEC30CFF6D3}"/>
                      </a:ext>
                    </a:extLst>
                  </p14:cNvPr>
                  <p14:cNvContentPartPr/>
                  <p14:nvPr/>
                </p14:nvContentPartPr>
                <p14:xfrm>
                  <a:off x="3264555" y="3218752"/>
                  <a:ext cx="360" cy="360"/>
                </p14:xfrm>
              </p:contentPart>
            </mc:Choice>
            <mc:Fallback xmlns="">
              <p:pic>
                <p:nvPicPr>
                  <p:cNvPr id="123" name="잉크 122">
                    <a:extLst>
                      <a:ext uri="{FF2B5EF4-FFF2-40B4-BE49-F238E27FC236}">
                        <a16:creationId xmlns:a16="http://schemas.microsoft.com/office/drawing/2014/main" id="{67509CCF-384D-BA9D-BD19-1BEC30CFF6D3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3258435" y="3212632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7">
                <p14:nvContentPartPr>
                  <p14:cNvPr id="124" name="잉크 123">
                    <a:extLst>
                      <a:ext uri="{FF2B5EF4-FFF2-40B4-BE49-F238E27FC236}">
                        <a16:creationId xmlns:a16="http://schemas.microsoft.com/office/drawing/2014/main" id="{CAFC1F7A-9FD7-4339-EA80-170A5DC86BD1}"/>
                      </a:ext>
                    </a:extLst>
                  </p14:cNvPr>
                  <p14:cNvContentPartPr/>
                  <p14:nvPr/>
                </p14:nvContentPartPr>
                <p14:xfrm>
                  <a:off x="3337275" y="3129832"/>
                  <a:ext cx="34920" cy="91800"/>
                </p14:xfrm>
              </p:contentPart>
            </mc:Choice>
            <mc:Fallback xmlns="">
              <p:pic>
                <p:nvPicPr>
                  <p:cNvPr id="124" name="잉크 123">
                    <a:extLst>
                      <a:ext uri="{FF2B5EF4-FFF2-40B4-BE49-F238E27FC236}">
                        <a16:creationId xmlns:a16="http://schemas.microsoft.com/office/drawing/2014/main" id="{CAFC1F7A-9FD7-4339-EA80-170A5DC86BD1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3331155" y="3123688"/>
                    <a:ext cx="47160" cy="10408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8">
                <p14:nvContentPartPr>
                  <p14:cNvPr id="125" name="잉크 124">
                    <a:extLst>
                      <a:ext uri="{FF2B5EF4-FFF2-40B4-BE49-F238E27FC236}">
                        <a16:creationId xmlns:a16="http://schemas.microsoft.com/office/drawing/2014/main" id="{A042BAC5-A585-F979-897B-450EB8877017}"/>
                      </a:ext>
                    </a:extLst>
                  </p14:cNvPr>
                  <p14:cNvContentPartPr/>
                  <p14:nvPr/>
                </p14:nvContentPartPr>
                <p14:xfrm>
                  <a:off x="3441315" y="3124072"/>
                  <a:ext cx="29520" cy="96120"/>
                </p14:xfrm>
              </p:contentPart>
            </mc:Choice>
            <mc:Fallback xmlns="">
              <p:pic>
                <p:nvPicPr>
                  <p:cNvPr id="125" name="잉크 124">
                    <a:extLst>
                      <a:ext uri="{FF2B5EF4-FFF2-40B4-BE49-F238E27FC236}">
                        <a16:creationId xmlns:a16="http://schemas.microsoft.com/office/drawing/2014/main" id="{A042BAC5-A585-F979-897B-450EB8877017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3435195" y="3117952"/>
                    <a:ext cx="41760" cy="108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9">
                <p14:nvContentPartPr>
                  <p14:cNvPr id="126" name="잉크 125">
                    <a:extLst>
                      <a:ext uri="{FF2B5EF4-FFF2-40B4-BE49-F238E27FC236}">
                        <a16:creationId xmlns:a16="http://schemas.microsoft.com/office/drawing/2014/main" id="{72CDAB78-003E-C23E-2457-2220EA8993DB}"/>
                      </a:ext>
                    </a:extLst>
                  </p14:cNvPr>
                  <p14:cNvContentPartPr/>
                  <p14:nvPr/>
                </p14:nvContentPartPr>
                <p14:xfrm>
                  <a:off x="3401715" y="3126232"/>
                  <a:ext cx="39960" cy="95040"/>
                </p14:xfrm>
              </p:contentPart>
            </mc:Choice>
            <mc:Fallback xmlns="">
              <p:pic>
                <p:nvPicPr>
                  <p:cNvPr id="126" name="잉크 125">
                    <a:extLst>
                      <a:ext uri="{FF2B5EF4-FFF2-40B4-BE49-F238E27FC236}">
                        <a16:creationId xmlns:a16="http://schemas.microsoft.com/office/drawing/2014/main" id="{72CDAB78-003E-C23E-2457-2220EA8993DB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3395650" y="3120112"/>
                    <a:ext cx="52091" cy="107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0">
                <p14:nvContentPartPr>
                  <p14:cNvPr id="127" name="잉크 126">
                    <a:extLst>
                      <a:ext uri="{FF2B5EF4-FFF2-40B4-BE49-F238E27FC236}">
                        <a16:creationId xmlns:a16="http://schemas.microsoft.com/office/drawing/2014/main" id="{2DE3A90F-C35E-DD84-1FCF-53C903B07AB9}"/>
                      </a:ext>
                    </a:extLst>
                  </p14:cNvPr>
                  <p14:cNvContentPartPr/>
                  <p14:nvPr/>
                </p14:nvContentPartPr>
                <p14:xfrm>
                  <a:off x="3548595" y="3139912"/>
                  <a:ext cx="360" cy="360"/>
                </p14:xfrm>
              </p:contentPart>
            </mc:Choice>
            <mc:Fallback xmlns="">
              <p:pic>
                <p:nvPicPr>
                  <p:cNvPr id="127" name="잉크 126">
                    <a:extLst>
                      <a:ext uri="{FF2B5EF4-FFF2-40B4-BE49-F238E27FC236}">
                        <a16:creationId xmlns:a16="http://schemas.microsoft.com/office/drawing/2014/main" id="{2DE3A90F-C35E-DD84-1FCF-53C903B07AB9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3542475" y="3133792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1">
                <p14:nvContentPartPr>
                  <p14:cNvPr id="128" name="잉크 127">
                    <a:extLst>
                      <a:ext uri="{FF2B5EF4-FFF2-40B4-BE49-F238E27FC236}">
                        <a16:creationId xmlns:a16="http://schemas.microsoft.com/office/drawing/2014/main" id="{F64FD72C-26E6-14FB-6934-A38F8B290726}"/>
                      </a:ext>
                    </a:extLst>
                  </p14:cNvPr>
                  <p14:cNvContentPartPr/>
                  <p14:nvPr/>
                </p14:nvContentPartPr>
                <p14:xfrm>
                  <a:off x="3493875" y="3139912"/>
                  <a:ext cx="55080" cy="114480"/>
                </p14:xfrm>
              </p:contentPart>
            </mc:Choice>
            <mc:Fallback xmlns="">
              <p:pic>
                <p:nvPicPr>
                  <p:cNvPr id="128" name="잉크 127">
                    <a:extLst>
                      <a:ext uri="{FF2B5EF4-FFF2-40B4-BE49-F238E27FC236}">
                        <a16:creationId xmlns:a16="http://schemas.microsoft.com/office/drawing/2014/main" id="{F64FD72C-26E6-14FB-6934-A38F8B290726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3487755" y="3133792"/>
                    <a:ext cx="67320" cy="126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2">
                <p14:nvContentPartPr>
                  <p14:cNvPr id="129" name="잉크 128">
                    <a:extLst>
                      <a:ext uri="{FF2B5EF4-FFF2-40B4-BE49-F238E27FC236}">
                        <a16:creationId xmlns:a16="http://schemas.microsoft.com/office/drawing/2014/main" id="{22E01F29-DE46-5034-693B-E862D5116FF7}"/>
                      </a:ext>
                    </a:extLst>
                  </p14:cNvPr>
                  <p14:cNvContentPartPr/>
                  <p14:nvPr/>
                </p14:nvContentPartPr>
                <p14:xfrm>
                  <a:off x="3302355" y="3128032"/>
                  <a:ext cx="36000" cy="85320"/>
                </p14:xfrm>
              </p:contentPart>
            </mc:Choice>
            <mc:Fallback xmlns="">
              <p:pic>
                <p:nvPicPr>
                  <p:cNvPr id="129" name="잉크 128">
                    <a:extLst>
                      <a:ext uri="{FF2B5EF4-FFF2-40B4-BE49-F238E27FC236}">
                        <a16:creationId xmlns:a16="http://schemas.microsoft.com/office/drawing/2014/main" id="{22E01F29-DE46-5034-693B-E862D5116FF7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3296235" y="3121912"/>
                    <a:ext cx="48240" cy="97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3">
                <p14:nvContentPartPr>
                  <p14:cNvPr id="130" name="잉크 129">
                    <a:extLst>
                      <a:ext uri="{FF2B5EF4-FFF2-40B4-BE49-F238E27FC236}">
                        <a16:creationId xmlns:a16="http://schemas.microsoft.com/office/drawing/2014/main" id="{8301467D-AA1C-A5BD-113F-6DBF358439A7}"/>
                      </a:ext>
                    </a:extLst>
                  </p14:cNvPr>
                  <p14:cNvContentPartPr/>
                  <p14:nvPr/>
                </p14:nvContentPartPr>
                <p14:xfrm>
                  <a:off x="3226395" y="3105712"/>
                  <a:ext cx="55440" cy="129240"/>
                </p14:xfrm>
              </p:contentPart>
            </mc:Choice>
            <mc:Fallback xmlns="">
              <p:pic>
                <p:nvPicPr>
                  <p:cNvPr id="130" name="잉크 129">
                    <a:extLst>
                      <a:ext uri="{FF2B5EF4-FFF2-40B4-BE49-F238E27FC236}">
                        <a16:creationId xmlns:a16="http://schemas.microsoft.com/office/drawing/2014/main" id="{8301467D-AA1C-A5BD-113F-6DBF358439A7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3220275" y="3099592"/>
                    <a:ext cx="67680" cy="14148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71808B61-DC6F-BE09-7106-1BB7B4E28C80}"/>
              </a:ext>
            </a:extLst>
          </p:cNvPr>
          <p:cNvSpPr txBox="1"/>
          <p:nvPr/>
        </p:nvSpPr>
        <p:spPr>
          <a:xfrm>
            <a:off x="1522971" y="3606766"/>
            <a:ext cx="36984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관측값으로</a:t>
            </a:r>
            <a:r>
              <a:rPr kumimoji="1" lang="ko-KR" alt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인해 불확실성이 작은 구간</a:t>
            </a:r>
          </a:p>
        </p:txBody>
      </p: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C1556398-D356-3469-4C7D-9F390DFD273B}"/>
              </a:ext>
            </a:extLst>
          </p:cNvPr>
          <p:cNvCxnSpPr/>
          <p:nvPr/>
        </p:nvCxnSpPr>
        <p:spPr>
          <a:xfrm>
            <a:off x="3372195" y="3132416"/>
            <a:ext cx="0" cy="416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직선 연결선[R] 135">
            <a:extLst>
              <a:ext uri="{FF2B5EF4-FFF2-40B4-BE49-F238E27FC236}">
                <a16:creationId xmlns:a16="http://schemas.microsoft.com/office/drawing/2014/main" id="{8E8898DB-3E97-7176-1679-37D13B925641}"/>
              </a:ext>
            </a:extLst>
          </p:cNvPr>
          <p:cNvCxnSpPr/>
          <p:nvPr/>
        </p:nvCxnSpPr>
        <p:spPr>
          <a:xfrm>
            <a:off x="4853485" y="3096451"/>
            <a:ext cx="0" cy="3705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FA87FECA-8BD8-0A06-6DEB-26D567960605}"/>
              </a:ext>
            </a:extLst>
          </p:cNvPr>
          <p:cNvCxnSpPr>
            <a:cxnSpLocks/>
          </p:cNvCxnSpPr>
          <p:nvPr/>
        </p:nvCxnSpPr>
        <p:spPr>
          <a:xfrm>
            <a:off x="4859273" y="3456521"/>
            <a:ext cx="18599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7A7D2E74-D5AC-F0B0-AF71-6EB16C316643}"/>
              </a:ext>
            </a:extLst>
          </p:cNvPr>
          <p:cNvSpPr txBox="1"/>
          <p:nvPr/>
        </p:nvSpPr>
        <p:spPr>
          <a:xfrm>
            <a:off x="6719206" y="3287244"/>
            <a:ext cx="39613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관측값이</a:t>
            </a:r>
            <a:r>
              <a:rPr kumimoji="1" lang="ko-KR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주위에 없어 불확실성이 큰 구간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7E3C9B28-6CB9-B6AC-8480-0D6D96EC55F2}"/>
                  </a:ext>
                </a:extLst>
              </p:cNvPr>
              <p:cNvSpPr txBox="1"/>
              <p:nvPr/>
            </p:nvSpPr>
            <p:spPr>
              <a:xfrm>
                <a:off x="1545078" y="4136749"/>
                <a:ext cx="896630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Action space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lit/>
                      </m:rP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| 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𝑠𝑡𝑑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𝜙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𝐷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≤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𝜖</m:t>
                    </m:r>
                    <m:r>
                      <m:rPr>
                        <m:lit/>
                      </m:rP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로 제한해서 그 안에서 최선의 값을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optimal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로 보고자 했다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7E3C9B28-6CB9-B6AC-8480-0D6D96EC5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078" y="4136749"/>
                <a:ext cx="8966301" cy="338554"/>
              </a:xfrm>
              <a:prstGeom prst="rect">
                <a:avLst/>
              </a:prstGeom>
              <a:blipFill>
                <a:blip r:embed="rId64"/>
                <a:stretch>
                  <a:fillRect l="-283" t="-3571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TextBox 142">
            <a:extLst>
              <a:ext uri="{FF2B5EF4-FFF2-40B4-BE49-F238E27FC236}">
                <a16:creationId xmlns:a16="http://schemas.microsoft.com/office/drawing/2014/main" id="{100BFAE1-643E-D1E3-D558-85916F82E4D7}"/>
              </a:ext>
            </a:extLst>
          </p:cNvPr>
          <p:cNvSpPr txBox="1"/>
          <p:nvPr/>
        </p:nvSpPr>
        <p:spPr>
          <a:xfrm>
            <a:off x="9580727" y="4463247"/>
            <a:ext cx="2199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Obsorne</a:t>
            </a:r>
            <a:r>
              <a:rPr kumimoji="1" lang="en-US" altLang="ko-KR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al, 2009, LION3</a:t>
            </a:r>
            <a:endParaRPr kumimoji="1" lang="ko-KR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7C0594A-B0E5-EB47-8603-A2063B95FDE9}"/>
              </a:ext>
            </a:extLst>
          </p:cNvPr>
          <p:cNvSpPr txBox="1"/>
          <p:nvPr/>
        </p:nvSpPr>
        <p:spPr>
          <a:xfrm>
            <a:off x="297864" y="5135570"/>
            <a:ext cx="5888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위 논문에서는 단순히 불확실성의 정도에 따라 구분했지만 </a:t>
            </a:r>
            <a:r>
              <a:rPr kumimoji="1" lang="ko-KR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예측값과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1"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불확실성의 적절한 조합 하에서 최적의 점을 추천하는 것이 좋아 보인다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C0BC6AD-A605-93EB-C649-368EF4660C20}"/>
              </a:ext>
            </a:extLst>
          </p:cNvPr>
          <p:cNvSpPr txBox="1"/>
          <p:nvPr/>
        </p:nvSpPr>
        <p:spPr>
          <a:xfrm>
            <a:off x="815039" y="5729632"/>
            <a:ext cx="46313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즉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새로운 점의 추천에는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가지를 반드시 </a:t>
            </a:r>
            <a:r>
              <a:rPr kumimoji="1" lang="ko-KR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고려해야한다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4AC5817-E7D8-5693-DC80-C1156915BFB7}"/>
              </a:ext>
            </a:extLst>
          </p:cNvPr>
          <p:cNvGrpSpPr/>
          <p:nvPr/>
        </p:nvGrpSpPr>
        <p:grpSpPr>
          <a:xfrm>
            <a:off x="6292735" y="5227013"/>
            <a:ext cx="729886" cy="854527"/>
            <a:chOff x="6292735" y="5227013"/>
            <a:chExt cx="729886" cy="854527"/>
          </a:xfrm>
        </p:grpSpPr>
        <p:cxnSp>
          <p:nvCxnSpPr>
            <p:cNvPr id="147" name="직선 연결선[R] 146">
              <a:extLst>
                <a:ext uri="{FF2B5EF4-FFF2-40B4-BE49-F238E27FC236}">
                  <a16:creationId xmlns:a16="http://schemas.microsoft.com/office/drawing/2014/main" id="{86E1994A-0271-2E39-B0A7-952A645D70B6}"/>
                </a:ext>
              </a:extLst>
            </p:cNvPr>
            <p:cNvCxnSpPr/>
            <p:nvPr/>
          </p:nvCxnSpPr>
          <p:spPr>
            <a:xfrm>
              <a:off x="6292735" y="5685905"/>
              <a:ext cx="42647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직선 연결선[R] 147">
              <a:extLst>
                <a:ext uri="{FF2B5EF4-FFF2-40B4-BE49-F238E27FC236}">
                  <a16:creationId xmlns:a16="http://schemas.microsoft.com/office/drawing/2014/main" id="{08DC76D7-02BD-96E6-7605-868B442E08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9207" y="5227013"/>
              <a:ext cx="0" cy="45889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직선 연결선[R] 149">
              <a:extLst>
                <a:ext uri="{FF2B5EF4-FFF2-40B4-BE49-F238E27FC236}">
                  <a16:creationId xmlns:a16="http://schemas.microsoft.com/office/drawing/2014/main" id="{B79A7D89-30D9-0321-818D-A4737C1895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9207" y="5622648"/>
              <a:ext cx="0" cy="45889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직선 화살표 연결선 150">
              <a:extLst>
                <a:ext uri="{FF2B5EF4-FFF2-40B4-BE49-F238E27FC236}">
                  <a16:creationId xmlns:a16="http://schemas.microsoft.com/office/drawing/2014/main" id="{0FE60D2D-4330-6A73-0F2C-03624F2F0F5A}"/>
                </a:ext>
              </a:extLst>
            </p:cNvPr>
            <p:cNvCxnSpPr>
              <a:cxnSpLocks/>
            </p:cNvCxnSpPr>
            <p:nvPr/>
          </p:nvCxnSpPr>
          <p:spPr>
            <a:xfrm>
              <a:off x="6719207" y="5227013"/>
              <a:ext cx="303414" cy="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직선 화살표 연결선 152">
              <a:extLst>
                <a:ext uri="{FF2B5EF4-FFF2-40B4-BE49-F238E27FC236}">
                  <a16:creationId xmlns:a16="http://schemas.microsoft.com/office/drawing/2014/main" id="{895A743B-74C1-93D9-A0A4-DFA2DAAC9BF7}"/>
                </a:ext>
              </a:extLst>
            </p:cNvPr>
            <p:cNvCxnSpPr>
              <a:cxnSpLocks/>
            </p:cNvCxnSpPr>
            <p:nvPr/>
          </p:nvCxnSpPr>
          <p:spPr>
            <a:xfrm>
              <a:off x="6719206" y="6074306"/>
              <a:ext cx="303415" cy="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6" name="TextBox 155">
            <a:extLst>
              <a:ext uri="{FF2B5EF4-FFF2-40B4-BE49-F238E27FC236}">
                <a16:creationId xmlns:a16="http://schemas.microsoft.com/office/drawing/2014/main" id="{D9A104A4-0775-C551-45A2-EBB1EC2CDD7C}"/>
              </a:ext>
            </a:extLst>
          </p:cNvPr>
          <p:cNvSpPr txBox="1"/>
          <p:nvPr/>
        </p:nvSpPr>
        <p:spPr>
          <a:xfrm>
            <a:off x="7045926" y="5071499"/>
            <a:ext cx="3732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그 점에서의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Expected function value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B643BFC-5865-D3E0-0E52-30F45C7E2573}"/>
              </a:ext>
            </a:extLst>
          </p:cNvPr>
          <p:cNvSpPr txBox="1"/>
          <p:nvPr/>
        </p:nvSpPr>
        <p:spPr>
          <a:xfrm>
            <a:off x="7045926" y="5920417"/>
            <a:ext cx="48157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그 점에서의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Expected function value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의 불확실성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491F87D-23A9-849D-40C3-826E8FDC42DE}"/>
              </a:ext>
            </a:extLst>
          </p:cNvPr>
          <p:cNvSpPr txBox="1"/>
          <p:nvPr/>
        </p:nvSpPr>
        <p:spPr>
          <a:xfrm>
            <a:off x="6921184" y="5495958"/>
            <a:ext cx="53190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kumimoji="1"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어느 정도의 </a:t>
            </a:r>
            <a:r>
              <a:rPr kumimoji="1"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</a:t>
            </a:r>
            <a:r>
              <a:rPr kumimoji="1"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까지 감당가능한가</a:t>
            </a:r>
            <a:r>
              <a:rPr kumimoji="1"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?”</a:t>
            </a:r>
            <a:r>
              <a:rPr kumimoji="1"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(Risk tolerance)</a:t>
            </a:r>
            <a:endParaRPr kumimoji="1" lang="ko-KR" altLang="en-US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6C376E5-CCCF-5927-C3CC-11392893E318}"/>
              </a:ext>
            </a:extLst>
          </p:cNvPr>
          <p:cNvSpPr txBox="1"/>
          <p:nvPr/>
        </p:nvSpPr>
        <p:spPr>
          <a:xfrm>
            <a:off x="5502494" y="6530838"/>
            <a:ext cx="67826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얼마만큼의 위험을 감당할 건지는 사실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utility function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과 연관되어 있다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10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/>
      <p:bldP spid="141" grpId="0"/>
      <p:bldP spid="142" grpId="0"/>
      <p:bldP spid="143" grpId="0"/>
      <p:bldP spid="144" grpId="0"/>
      <p:bldP spid="145" grpId="0"/>
      <p:bldP spid="156" grpId="0"/>
      <p:bldP spid="157" grpId="0"/>
      <p:bldP spid="159" grpId="0"/>
      <p:bldP spid="16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4F7515-84C5-E0F8-B7FE-09E80D32B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59" y="245597"/>
            <a:ext cx="12037541" cy="383182"/>
          </a:xfrm>
        </p:spPr>
        <p:txBody>
          <a:bodyPr>
            <a:spAutoFit/>
          </a:bodyPr>
          <a:lstStyle/>
          <a:p>
            <a:r>
              <a:rPr kumimoji="1" lang="en-US" altLang="ko-KR" dirty="0"/>
              <a:t>Linear utility is associated with risk-neutral behavior.</a:t>
            </a:r>
            <a:endParaRPr kumimoji="1"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5043907-B1C1-D9C8-4128-9CC7987380EA}"/>
              </a:ext>
            </a:extLst>
          </p:cNvPr>
          <p:cNvGrpSpPr/>
          <p:nvPr/>
        </p:nvGrpSpPr>
        <p:grpSpPr>
          <a:xfrm>
            <a:off x="361603" y="999898"/>
            <a:ext cx="8442942" cy="338554"/>
            <a:chOff x="361603" y="999898"/>
            <a:chExt cx="8442942" cy="338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6981497-7431-5F22-A516-5678D05E1108}"/>
                    </a:ext>
                  </a:extLst>
                </p:cNvPr>
                <p:cNvSpPr txBox="1"/>
                <p:nvPr/>
              </p:nvSpPr>
              <p:spPr>
                <a:xfrm>
                  <a:off x="361603" y="999898"/>
                  <a:ext cx="2722419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m:rPr>
                            <m:lit/>
                          </m:r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{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| 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𝑠𝑡𝑑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𝜙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|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 ≤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𝜖</m:t>
                        </m:r>
                        <m:r>
                          <m:rPr>
                            <m:lit/>
                          </m:r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}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6981497-7431-5F22-A516-5678D05E11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603" y="999898"/>
                  <a:ext cx="2722419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8556C25-8659-C8B3-0321-2BCA296D10E9}"/>
                </a:ext>
              </a:extLst>
            </p:cNvPr>
            <p:cNvSpPr txBox="1"/>
            <p:nvPr/>
          </p:nvSpPr>
          <p:spPr>
            <a:xfrm>
              <a:off x="2834641" y="999898"/>
              <a:ext cx="59699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와 같이 </a:t>
              </a:r>
              <a:r>
                <a:rPr kumimoji="1"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action space</a:t>
              </a:r>
              <a:r>
                <a:rPr kumimoji="1" lang="ko-KR" altLang="en-US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를</a:t>
              </a:r>
              <a:r>
                <a: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 제한하는 것은 </a:t>
              </a:r>
              <a:r>
                <a:rPr kumimoji="1"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hard constraint</a:t>
              </a:r>
              <a:r>
                <a:rPr kumimoji="1" lang="ko-KR" altLang="en-US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에</a:t>
              </a:r>
              <a:r>
                <a: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 가깝다</a:t>
              </a:r>
              <a:r>
                <a:rPr kumimoji="1"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84F1A85-F550-A873-41AC-FBBF1E9EEAA7}"/>
              </a:ext>
            </a:extLst>
          </p:cNvPr>
          <p:cNvSpPr txBox="1"/>
          <p:nvPr/>
        </p:nvSpPr>
        <p:spPr>
          <a:xfrm>
            <a:off x="455280" y="1338452"/>
            <a:ext cx="5489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그럼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utility function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이 이런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risk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어떻게 반영한다는 걸까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6D4DC68-DA38-A0B3-2CF2-62C100FFE826}"/>
              </a:ext>
            </a:extLst>
          </p:cNvPr>
          <p:cNvCxnSpPr/>
          <p:nvPr/>
        </p:nvCxnSpPr>
        <p:spPr>
          <a:xfrm flipV="1">
            <a:off x="1371600" y="2156879"/>
            <a:ext cx="0" cy="1122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ACD7BBE-AD4F-E2F8-3803-8538424E854D}"/>
              </a:ext>
            </a:extLst>
          </p:cNvPr>
          <p:cNvCxnSpPr>
            <a:cxnSpLocks/>
          </p:cNvCxnSpPr>
          <p:nvPr/>
        </p:nvCxnSpPr>
        <p:spPr>
          <a:xfrm>
            <a:off x="1371600" y="3279097"/>
            <a:ext cx="15544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2163E703-810A-C128-F9B5-D817E5B2AFC4}"/>
              </a:ext>
            </a:extLst>
          </p:cNvPr>
          <p:cNvCxnSpPr/>
          <p:nvPr/>
        </p:nvCxnSpPr>
        <p:spPr>
          <a:xfrm flipV="1">
            <a:off x="1371600" y="2264945"/>
            <a:ext cx="1363287" cy="1014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29B1D9F-450C-B7EC-5077-E3717162711F}"/>
                  </a:ext>
                </a:extLst>
              </p:cNvPr>
              <p:cNvSpPr txBox="1"/>
              <p:nvPr/>
            </p:nvSpPr>
            <p:spPr>
              <a:xfrm>
                <a:off x="2869485" y="2090721"/>
                <a:ext cx="79483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d>
                        <m:dPr>
                          <m:ctrlPr>
                            <a:rPr kumimoji="1" lang="en-US" altLang="ko-KR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𝜙</m:t>
                          </m:r>
                        </m:e>
                      </m:d>
                      <m:r>
                        <a:rPr kumimoji="1" lang="en-US" altLang="ko-KR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1" lang="en-US" altLang="ko-KR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𝜙</m:t>
                      </m:r>
                    </m:oMath>
                  </m:oMathPara>
                </a14:m>
                <a:endParaRPr kumimoji="1" lang="ko-KR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29B1D9F-450C-B7EC-5077-E37171627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485" y="2090721"/>
                <a:ext cx="794833" cy="215444"/>
              </a:xfrm>
              <a:prstGeom prst="rect">
                <a:avLst/>
              </a:prstGeom>
              <a:blipFill>
                <a:blip r:embed="rId3"/>
                <a:stretch>
                  <a:fillRect l="-3175" r="-6349" b="-3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58590770-2A14-3F38-BF28-33052DAD102D}"/>
              </a:ext>
            </a:extLst>
          </p:cNvPr>
          <p:cNvSpPr txBox="1"/>
          <p:nvPr/>
        </p:nvSpPr>
        <p:spPr>
          <a:xfrm>
            <a:off x="4378333" y="2026212"/>
            <a:ext cx="4426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이런 형태의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utility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utility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라고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지칭한다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A19C29-5516-4583-B9C7-835BA1C79713}"/>
              </a:ext>
            </a:extLst>
          </p:cNvPr>
          <p:cNvSpPr txBox="1"/>
          <p:nvPr/>
        </p:nvSpPr>
        <p:spPr>
          <a:xfrm>
            <a:off x="4378333" y="2313000"/>
            <a:ext cx="72683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우리는 </a:t>
            </a:r>
            <a:r>
              <a:rPr kumimoji="1" lang="en-US" altLang="ko-KR" sz="1600" dirty="0">
                <a:solidFill>
                  <a:srgbClr val="FF7F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utility function</a:t>
            </a:r>
            <a:r>
              <a:rPr kumimoji="1" lang="ko-KR" altLang="en-US" sz="1600" dirty="0">
                <a:solidFill>
                  <a:srgbClr val="FF7F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의 </a:t>
            </a:r>
            <a:r>
              <a:rPr kumimoji="1" lang="ko-KR" altLang="en-US" sz="1600" dirty="0" err="1">
                <a:solidFill>
                  <a:srgbClr val="FF7F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기댓값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을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최대화하는 점을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optimal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로 추천하려고 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EFF8AC-AC24-40C3-2DC9-F822C99CF1CA}"/>
                  </a:ext>
                </a:extLst>
              </p:cNvPr>
              <p:cNvSpPr txBox="1"/>
              <p:nvPr/>
            </p:nvSpPr>
            <p:spPr>
              <a:xfrm>
                <a:off x="4627942" y="2599788"/>
                <a:ext cx="323537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solidFill>
                            <a:srgbClr val="FF7F0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sz="1600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solidFill>
                                    <a:srgbClr val="FF7F0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FF7F0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𝜙</m:t>
                              </m:r>
                            </m:e>
                          </m:d>
                        </m:e>
                        <m:e>
                          <m:r>
                            <a:rPr kumimoji="1" lang="en-US" altLang="ko-KR" sz="1600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kumimoji="1" lang="en-US" altLang="ko-KR" sz="1600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ko-KR" sz="1600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</m:d>
                      <m:r>
                        <a:rPr kumimoji="1" lang="en-US" altLang="ko-KR" sz="1600" b="0" i="1" smtClean="0">
                          <a:solidFill>
                            <a:srgbClr val="FF7F0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1" lang="en-US" altLang="ko-KR" sz="1600" b="0" i="1" smtClean="0">
                          <a:solidFill>
                            <a:srgbClr val="FF7F0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sz="1600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𝜙</m:t>
                          </m:r>
                        </m:e>
                        <m:e>
                          <m:r>
                            <a:rPr kumimoji="1" lang="en-US" altLang="ko-KR" sz="1600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kumimoji="1" lang="en-US" altLang="ko-KR" sz="1600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ko-KR" sz="1600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</m:d>
                      <m:r>
                        <a:rPr kumimoji="1" lang="en-US" altLang="ko-KR" sz="1600" b="0" i="1" smtClean="0">
                          <a:solidFill>
                            <a:srgbClr val="FF7F0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1600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kumimoji="1" lang="ko-KR" altLang="en-US" sz="1400" dirty="0">
                  <a:solidFill>
                    <a:srgbClr val="FF7F0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EFF8AC-AC24-40C3-2DC9-F822C99CF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942" y="2599788"/>
                <a:ext cx="3235373" cy="338554"/>
              </a:xfrm>
              <a:prstGeom prst="rect">
                <a:avLst/>
              </a:prstGeom>
              <a:blipFill>
                <a:blip r:embed="rId4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3FA62C4-10E4-76CC-573C-24A07F1DCFA1}"/>
              </a:ext>
            </a:extLst>
          </p:cNvPr>
          <p:cNvSpPr txBox="1"/>
          <p:nvPr/>
        </p:nvSpPr>
        <p:spPr>
          <a:xfrm>
            <a:off x="4378333" y="3057270"/>
            <a:ext cx="6173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결국 모델의 사후평균을 기준으로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optimal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을 추천하겠다는 것이다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1A36EF4-86E1-5A5B-7EFE-40CBF918B316}"/>
              </a:ext>
            </a:extLst>
          </p:cNvPr>
          <p:cNvCxnSpPr>
            <a:cxnSpLocks/>
          </p:cNvCxnSpPr>
          <p:nvPr/>
        </p:nvCxnSpPr>
        <p:spPr>
          <a:xfrm>
            <a:off x="1371600" y="5742435"/>
            <a:ext cx="37407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자유형 23">
            <a:extLst>
              <a:ext uri="{FF2B5EF4-FFF2-40B4-BE49-F238E27FC236}">
                <a16:creationId xmlns:a16="http://schemas.microsoft.com/office/drawing/2014/main" id="{E8AA683A-E0EC-C678-FF3F-9741BEA1960D}"/>
              </a:ext>
            </a:extLst>
          </p:cNvPr>
          <p:cNvSpPr/>
          <p:nvPr/>
        </p:nvSpPr>
        <p:spPr>
          <a:xfrm>
            <a:off x="1474890" y="4328740"/>
            <a:ext cx="3449782" cy="1338349"/>
          </a:xfrm>
          <a:custGeom>
            <a:avLst/>
            <a:gdLst>
              <a:gd name="csX0" fmla="*/ 0 w 3449782"/>
              <a:gd name="csY0" fmla="*/ 1338349 h 1338349"/>
              <a:gd name="csX1" fmla="*/ 773084 w 3449782"/>
              <a:gd name="csY1" fmla="*/ 532015 h 1338349"/>
              <a:gd name="csX2" fmla="*/ 1637608 w 3449782"/>
              <a:gd name="csY2" fmla="*/ 1230284 h 1338349"/>
              <a:gd name="csX3" fmla="*/ 3449782 w 3449782"/>
              <a:gd name="csY3" fmla="*/ 0 h 13383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49782" h="1338349">
                <a:moveTo>
                  <a:pt x="0" y="1338349"/>
                </a:moveTo>
                <a:cubicBezTo>
                  <a:pt x="250074" y="944187"/>
                  <a:pt x="500149" y="550026"/>
                  <a:pt x="773084" y="532015"/>
                </a:cubicBezTo>
                <a:cubicBezTo>
                  <a:pt x="1046019" y="514004"/>
                  <a:pt x="1191492" y="1318953"/>
                  <a:pt x="1637608" y="1230284"/>
                </a:cubicBezTo>
                <a:cubicBezTo>
                  <a:pt x="2083724" y="1141615"/>
                  <a:pt x="3142211" y="207818"/>
                  <a:pt x="3449782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C5EE8E3D-00C6-8AF6-EEB6-81A97E22B354}"/>
              </a:ext>
            </a:extLst>
          </p:cNvPr>
          <p:cNvSpPr/>
          <p:nvPr/>
        </p:nvSpPr>
        <p:spPr>
          <a:xfrm>
            <a:off x="1754974" y="5136505"/>
            <a:ext cx="106595" cy="1065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43E56F8-8B72-C807-BBFF-E7553798C458}"/>
              </a:ext>
            </a:extLst>
          </p:cNvPr>
          <p:cNvSpPr/>
          <p:nvPr/>
        </p:nvSpPr>
        <p:spPr>
          <a:xfrm>
            <a:off x="1945559" y="4944631"/>
            <a:ext cx="106595" cy="1065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9C9A40B7-1A8F-6052-297E-83797804FDC0}"/>
              </a:ext>
            </a:extLst>
          </p:cNvPr>
          <p:cNvSpPr/>
          <p:nvPr/>
        </p:nvSpPr>
        <p:spPr>
          <a:xfrm>
            <a:off x="2494200" y="5083222"/>
            <a:ext cx="106595" cy="1065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9A5C6507-CC10-AF27-C1E8-A2062A65F5F0}"/>
              </a:ext>
            </a:extLst>
          </p:cNvPr>
          <p:cNvSpPr/>
          <p:nvPr/>
        </p:nvSpPr>
        <p:spPr>
          <a:xfrm>
            <a:off x="2327945" y="4868920"/>
            <a:ext cx="106595" cy="1065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5C50B99-267A-3650-FC6B-B199FEEBFA74}"/>
              </a:ext>
            </a:extLst>
          </p:cNvPr>
          <p:cNvSpPr/>
          <p:nvPr/>
        </p:nvSpPr>
        <p:spPr>
          <a:xfrm>
            <a:off x="4173371" y="4815637"/>
            <a:ext cx="106595" cy="1065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C77ACBF-4007-09BD-5A76-BBF8CC72B17D}"/>
              </a:ext>
            </a:extLst>
          </p:cNvPr>
          <p:cNvGrpSpPr/>
          <p:nvPr/>
        </p:nvGrpSpPr>
        <p:grpSpPr>
          <a:xfrm>
            <a:off x="2498695" y="3694845"/>
            <a:ext cx="2511000" cy="2025260"/>
            <a:chOff x="2498695" y="3694845"/>
            <a:chExt cx="2511000" cy="20252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D2F99C2D-16AB-F6A6-1386-7F5A79BD3ADD}"/>
                    </a:ext>
                  </a:extLst>
                </p14:cNvPr>
                <p14:cNvContentPartPr/>
                <p14:nvPr/>
              </p14:nvContentPartPr>
              <p14:xfrm rot="20551778">
                <a:off x="2662883" y="4584482"/>
                <a:ext cx="1340326" cy="281578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D2F99C2D-16AB-F6A6-1386-7F5A79BD3AD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 rot="20551778">
                  <a:off x="2656763" y="4578361"/>
                  <a:ext cx="1352566" cy="2938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DF243F40-0DC6-7191-368B-5212E56C2873}"/>
                    </a:ext>
                  </a:extLst>
                </p14:cNvPr>
                <p14:cNvContentPartPr/>
                <p14:nvPr/>
              </p14:nvContentPartPr>
              <p14:xfrm rot="747642">
                <a:off x="2498695" y="5018197"/>
                <a:ext cx="1723462" cy="701908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DF243F40-0DC6-7191-368B-5212E56C287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 rot="747642">
                  <a:off x="2492574" y="5012078"/>
                  <a:ext cx="1735703" cy="7141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87B7E4DD-4348-9302-3AE7-EC5E17C9B6EA}"/>
                    </a:ext>
                  </a:extLst>
                </p14:cNvPr>
                <p14:cNvContentPartPr/>
                <p14:nvPr/>
              </p14:nvContentPartPr>
              <p14:xfrm rot="1697173">
                <a:off x="4267816" y="3694845"/>
                <a:ext cx="357480" cy="89100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87B7E4DD-4348-9302-3AE7-EC5E17C9B6E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 rot="1697173">
                  <a:off x="4261690" y="3688723"/>
                  <a:ext cx="369732" cy="9032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313586D5-675E-3DD6-0226-4C02227766AC}"/>
                    </a:ext>
                  </a:extLst>
                </p14:cNvPr>
                <p14:cNvContentPartPr/>
                <p14:nvPr/>
              </p14:nvContentPartPr>
              <p14:xfrm>
                <a:off x="4374655" y="5019185"/>
                <a:ext cx="635040" cy="36720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313586D5-675E-3DD6-0226-4C02227766A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368535" y="5013059"/>
                  <a:ext cx="647280" cy="379452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D03D6556-242E-B32C-972C-F5C2E5FE511E}"/>
              </a:ext>
            </a:extLst>
          </p:cNvPr>
          <p:cNvCxnSpPr>
            <a:cxnSpLocks/>
          </p:cNvCxnSpPr>
          <p:nvPr/>
        </p:nvCxnSpPr>
        <p:spPr>
          <a:xfrm>
            <a:off x="4601441" y="4868920"/>
            <a:ext cx="1846735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753F75D-9885-0CA9-8705-E1F8CCE6CF84}"/>
              </a:ext>
            </a:extLst>
          </p:cNvPr>
          <p:cNvSpPr txBox="1"/>
          <p:nvPr/>
        </p:nvSpPr>
        <p:spPr>
          <a:xfrm>
            <a:off x="6631057" y="4576532"/>
            <a:ext cx="46794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이 점에서의 사후평균이 다른 점들보다 높다면</a:t>
            </a:r>
            <a:endParaRPr kumimoji="1"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불확실성에 상관없이 이 점을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optimal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로 추천한다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3C327BF-44F1-9DD3-C9C0-52443483DFEA}"/>
              </a:ext>
            </a:extLst>
          </p:cNvPr>
          <p:cNvGrpSpPr/>
          <p:nvPr/>
        </p:nvGrpSpPr>
        <p:grpSpPr>
          <a:xfrm>
            <a:off x="6941127" y="5243071"/>
            <a:ext cx="4280339" cy="652778"/>
            <a:chOff x="7057505" y="5428211"/>
            <a:chExt cx="4280339" cy="652778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182E7C3-0290-FDFC-64E4-5BB6E9BED9E0}"/>
                </a:ext>
              </a:extLst>
            </p:cNvPr>
            <p:cNvSpPr txBox="1"/>
            <p:nvPr/>
          </p:nvSpPr>
          <p:spPr>
            <a:xfrm>
              <a:off x="7057505" y="5428211"/>
              <a:ext cx="42803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이렇게 불확실성을 고려하지 않는 </a:t>
              </a:r>
              <a:r>
                <a:rPr kumimoji="1"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risk</a:t>
              </a:r>
              <a:r>
                <a: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 특징을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5C6F926-C4C7-DDD2-9952-C02403273F07}"/>
                </a:ext>
              </a:extLst>
            </p:cNvPr>
            <p:cNvSpPr txBox="1"/>
            <p:nvPr/>
          </p:nvSpPr>
          <p:spPr>
            <a:xfrm>
              <a:off x="7788425" y="5742435"/>
              <a:ext cx="285526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“risk-neutral”</a:t>
              </a:r>
              <a:r>
                <a: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이라고 부른다</a:t>
              </a:r>
              <a:r>
                <a:rPr kumimoji="1"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CAF1564A-9D8B-A4D1-5FA7-721A1341184C}"/>
              </a:ext>
            </a:extLst>
          </p:cNvPr>
          <p:cNvSpPr txBox="1"/>
          <p:nvPr/>
        </p:nvSpPr>
        <p:spPr>
          <a:xfrm>
            <a:off x="7578236" y="6519446"/>
            <a:ext cx="4613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이와 비슷하게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개의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risk</a:t>
            </a:r>
            <a:r>
              <a:rPr kumimoji="1" lang="ko-KR" alt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더 표현해낼 수 있다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62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40" grpId="0"/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938459-4645-6A36-15BE-BF096DBFF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59" y="245597"/>
            <a:ext cx="12037541" cy="383182"/>
          </a:xfrm>
        </p:spPr>
        <p:txBody>
          <a:bodyPr>
            <a:spAutoFit/>
          </a:bodyPr>
          <a:lstStyle/>
          <a:p>
            <a:r>
              <a:rPr kumimoji="1" lang="en-US" altLang="ko-KR" dirty="0"/>
              <a:t>The shape of the utility function intuitively reflects risk attitude.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37024F-9224-5012-31C7-A3FDF5EB1F0C}"/>
                  </a:ext>
                </a:extLst>
              </p:cNvPr>
              <p:cNvSpPr txBox="1"/>
              <p:nvPr/>
            </p:nvSpPr>
            <p:spPr>
              <a:xfrm>
                <a:off x="5777345" y="987903"/>
                <a:ext cx="559948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: 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도박을 통해 얻을 수 있는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원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확률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½)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혹은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억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확률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½)</a:t>
                </a:r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37024F-9224-5012-31C7-A3FDF5EB1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7345" y="987903"/>
                <a:ext cx="5599482" cy="246221"/>
              </a:xfrm>
              <a:prstGeom prst="rect">
                <a:avLst/>
              </a:prstGeom>
              <a:blipFill>
                <a:blip r:embed="rId3"/>
                <a:stretch>
                  <a:fillRect l="-1361" t="-25000" b="-5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1D04B4-C388-F0F2-4F76-C04B24C70232}"/>
                  </a:ext>
                </a:extLst>
              </p:cNvPr>
              <p:cNvSpPr txBox="1"/>
              <p:nvPr/>
            </p:nvSpPr>
            <p:spPr>
              <a:xfrm>
                <a:off x="5677593" y="1234124"/>
                <a:ext cx="61347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kumimoji="1" lang="en-US" altLang="ko-KR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: 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평균적으로 얻을 수 있는 금액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(1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억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1D04B4-C388-F0F2-4F76-C04B24C70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7593" y="1234124"/>
                <a:ext cx="6134792" cy="369332"/>
              </a:xfrm>
              <a:prstGeom prst="rect">
                <a:avLst/>
              </a:prstGeom>
              <a:blipFill>
                <a:blip r:embed="rId4"/>
                <a:stretch>
                  <a:fillRect t="-3226" b="-225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69B69E-EDFD-1755-9ACA-D89DD824E8D1}"/>
                  </a:ext>
                </a:extLst>
              </p:cNvPr>
              <p:cNvSpPr txBox="1"/>
              <p:nvPr/>
            </p:nvSpPr>
            <p:spPr>
              <a:xfrm>
                <a:off x="5677593" y="1566696"/>
                <a:ext cx="61347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ko-KR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r>
                  <a:rPr kumimoji="1" lang="en-US" altLang="ko-KR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: </a:t>
                </a:r>
                <a:r>
                  <a:rPr kumimoji="1" lang="ko-KR" alt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기대값을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확정으로 </a:t>
                </a:r>
                <a:r>
                  <a:rPr kumimoji="1" lang="ko-KR" alt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받을때의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효용</a:t>
                </a:r>
                <a:endParaRPr kumimoji="1" lang="en-US" altLang="ko-K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69B69E-EDFD-1755-9ACA-D89DD824E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7593" y="1566696"/>
                <a:ext cx="6134792" cy="369332"/>
              </a:xfrm>
              <a:prstGeom prst="rect">
                <a:avLst/>
              </a:prstGeom>
              <a:blipFill>
                <a:blip r:embed="rId5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94FE4C-F79E-4A60-26F2-383D24B7E32B}"/>
                  </a:ext>
                </a:extLst>
              </p:cNvPr>
              <p:cNvSpPr txBox="1"/>
              <p:nvPr/>
            </p:nvSpPr>
            <p:spPr>
              <a:xfrm>
                <a:off x="5677593" y="1899268"/>
                <a:ext cx="61347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1" lang="en-US" altLang="ko-KR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u</m:t>
                        </m:r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d>
                  </m:oMath>
                </a14:m>
                <a:r>
                  <a:rPr kumimoji="1" lang="en-US" altLang="ko-KR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: 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도박을 통해 얻는 평균적인 기쁨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효용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94FE4C-F79E-4A60-26F2-383D24B7E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7593" y="1899268"/>
                <a:ext cx="6134792" cy="369332"/>
              </a:xfrm>
              <a:prstGeom prst="rect">
                <a:avLst/>
              </a:prstGeom>
              <a:blipFill>
                <a:blip r:embed="rId6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5A51BC8E-70FD-4344-053E-88B7AC6F565D}"/>
              </a:ext>
            </a:extLst>
          </p:cNvPr>
          <p:cNvSpPr/>
          <p:nvPr/>
        </p:nvSpPr>
        <p:spPr>
          <a:xfrm>
            <a:off x="1032858" y="1016753"/>
            <a:ext cx="1421476" cy="117340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70C8E605-6081-75F7-F9DC-5724D7ACEA37}"/>
              </a:ext>
            </a:extLst>
          </p:cNvPr>
          <p:cNvSpPr/>
          <p:nvPr/>
        </p:nvSpPr>
        <p:spPr>
          <a:xfrm>
            <a:off x="3214948" y="1016753"/>
            <a:ext cx="1421476" cy="117340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959EB5-51B9-E68C-D343-5108AF13670A}"/>
              </a:ext>
            </a:extLst>
          </p:cNvPr>
          <p:cNvSpPr txBox="1"/>
          <p:nvPr/>
        </p:nvSpPr>
        <p:spPr>
          <a:xfrm>
            <a:off x="1280555" y="1434179"/>
            <a:ext cx="9492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Button 1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FEE1DB-70FC-DFF7-BCDA-695FA1225D55}"/>
              </a:ext>
            </a:extLst>
          </p:cNvPr>
          <p:cNvSpPr txBox="1"/>
          <p:nvPr/>
        </p:nvSpPr>
        <p:spPr>
          <a:xfrm>
            <a:off x="3451036" y="1434179"/>
            <a:ext cx="9492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Button 2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42BFE1-4A18-E2C8-EA7F-F8F7F7EE2909}"/>
              </a:ext>
            </a:extLst>
          </p:cNvPr>
          <p:cNvSpPr txBox="1"/>
          <p:nvPr/>
        </p:nvSpPr>
        <p:spPr>
          <a:xfrm>
            <a:off x="2606053" y="1434179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982F5F-D762-E842-FDBA-EB2154B27CB7}"/>
              </a:ext>
            </a:extLst>
          </p:cNvPr>
          <p:cNvSpPr txBox="1"/>
          <p:nvPr/>
        </p:nvSpPr>
        <p:spPr>
          <a:xfrm>
            <a:off x="1245288" y="1718250"/>
            <a:ext cx="10198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억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꽝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ko-KR" altLang="en-US" sz="1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1C5E16-DEE4-11F1-F7CB-00649ECAF4A4}"/>
              </a:ext>
            </a:extLst>
          </p:cNvPr>
          <p:cNvSpPr txBox="1"/>
          <p:nvPr/>
        </p:nvSpPr>
        <p:spPr>
          <a:xfrm>
            <a:off x="3684273" y="1718250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</a:t>
            </a:r>
            <a:r>
              <a:rPr kumimoji="1" lang="ko-KR" altLang="en-US" sz="1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억</a:t>
            </a:r>
            <a:r>
              <a:rPr kumimoji="1" lang="en-US" altLang="ko-KR" sz="1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ko-KR" altLang="en-US" sz="1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36C6DD-2303-FA89-4E95-FF59A7036F47}"/>
              </a:ext>
            </a:extLst>
          </p:cNvPr>
          <p:cNvSpPr txBox="1"/>
          <p:nvPr/>
        </p:nvSpPr>
        <p:spPr>
          <a:xfrm>
            <a:off x="1032858" y="2522325"/>
            <a:ext cx="90380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도박을 확실한 확률로 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바꿀때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받아들일 수 있는 최소 금액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(Certainty equivalent)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가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억인 경우이다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C71D45D-0C04-6F32-582B-B36DCFDA4023}"/>
                  </a:ext>
                </a:extLst>
              </p:cNvPr>
              <p:cNvSpPr txBox="1"/>
              <p:nvPr/>
            </p:nvSpPr>
            <p:spPr>
              <a:xfrm>
                <a:off x="1032858" y="2848915"/>
                <a:ext cx="83234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그럼 이 예시에서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utility function </a:t>
                </a:r>
                <a14:m>
                  <m:oMath xmlns:m="http://schemas.openxmlformats.org/officeDocument/2006/math"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d>
                      <m:d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의 개형에 따라 어떤 식으로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risk</a:t>
                </a:r>
                <a:r>
                  <a:rPr kumimoji="1" lang="ko-KR" alt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를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해석할 수 있을까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C71D45D-0C04-6F32-582B-B36DCFDA4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858" y="2848915"/>
                <a:ext cx="8323497" cy="338554"/>
              </a:xfrm>
              <a:prstGeom prst="rect">
                <a:avLst/>
              </a:prstGeom>
              <a:blipFill>
                <a:blip r:embed="rId7"/>
                <a:stretch>
                  <a:fillRect l="-457" t="-7143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4A24D44E-EA04-2E52-B0A6-8F7C32519B73}"/>
              </a:ext>
            </a:extLst>
          </p:cNvPr>
          <p:cNvCxnSpPr/>
          <p:nvPr/>
        </p:nvCxnSpPr>
        <p:spPr>
          <a:xfrm>
            <a:off x="1438102" y="3524596"/>
            <a:ext cx="0" cy="25021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4D6864DA-4857-5FAF-466D-4B91580645FD}"/>
              </a:ext>
            </a:extLst>
          </p:cNvPr>
          <p:cNvCxnSpPr>
            <a:cxnSpLocks/>
          </p:cNvCxnSpPr>
          <p:nvPr/>
        </p:nvCxnSpPr>
        <p:spPr>
          <a:xfrm>
            <a:off x="1429789" y="3524596"/>
            <a:ext cx="8201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EFB431F-B295-E4A9-1E0A-71CC398D53F0}"/>
              </a:ext>
            </a:extLst>
          </p:cNvPr>
          <p:cNvCxnSpPr>
            <a:cxnSpLocks/>
          </p:cNvCxnSpPr>
          <p:nvPr/>
        </p:nvCxnSpPr>
        <p:spPr>
          <a:xfrm>
            <a:off x="1438101" y="4778432"/>
            <a:ext cx="8201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[R] 24">
            <a:extLst>
              <a:ext uri="{FF2B5EF4-FFF2-40B4-BE49-F238E27FC236}">
                <a16:creationId xmlns:a16="http://schemas.microsoft.com/office/drawing/2014/main" id="{447E91A0-2739-C794-0826-ECCD0D15E7E6}"/>
              </a:ext>
            </a:extLst>
          </p:cNvPr>
          <p:cNvCxnSpPr>
            <a:cxnSpLocks/>
          </p:cNvCxnSpPr>
          <p:nvPr/>
        </p:nvCxnSpPr>
        <p:spPr>
          <a:xfrm>
            <a:off x="1438100" y="6018414"/>
            <a:ext cx="8201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A62B26-0F1B-F261-BCA3-1EFDC662A959}"/>
                  </a:ext>
                </a:extLst>
              </p:cNvPr>
              <p:cNvSpPr txBox="1"/>
              <p:nvPr/>
            </p:nvSpPr>
            <p:spPr>
              <a:xfrm>
                <a:off x="2412734" y="3401485"/>
                <a:ext cx="173688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d>
                        <m:d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&lt;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A62B26-0F1B-F261-BCA3-1EFDC662A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734" y="3401485"/>
                <a:ext cx="1736886" cy="246221"/>
              </a:xfrm>
              <a:prstGeom prst="rect">
                <a:avLst/>
              </a:prstGeom>
              <a:blipFill>
                <a:blip r:embed="rId8"/>
                <a:stretch>
                  <a:fillRect l="-1460" b="-95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218A3033-13E6-3F8D-4CBA-9141851E4573}"/>
              </a:ext>
            </a:extLst>
          </p:cNvPr>
          <p:cNvSpPr txBox="1"/>
          <p:nvPr/>
        </p:nvSpPr>
        <p:spPr>
          <a:xfrm>
            <a:off x="4224943" y="3356340"/>
            <a:ext cx="2614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1" lang="en-US" altLang="ko-K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risk-seeking (</a:t>
            </a:r>
            <a:r>
              <a:rPr kumimoji="1" lang="ko-KR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위험추구형</a:t>
            </a:r>
            <a:r>
              <a:rPr kumimoji="1" lang="en-US" altLang="ko-K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ko-KR" alt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F11AB41-ABCD-DD90-433E-E2919063599D}"/>
                  </a:ext>
                </a:extLst>
              </p:cNvPr>
              <p:cNvSpPr txBox="1"/>
              <p:nvPr/>
            </p:nvSpPr>
            <p:spPr>
              <a:xfrm>
                <a:off x="2883790" y="3691892"/>
                <a:ext cx="1510542" cy="348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d>
                        <m:d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𝜙</m:t>
                          </m:r>
                        </m:e>
                      </m:d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𝜙</m:t>
                          </m:r>
                        </m:sup>
                      </m:sSup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⇒ </m:t>
                      </m:r>
                    </m:oMath>
                  </m:oMathPara>
                </a14:m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F11AB41-ABCD-DD90-433E-E29190635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790" y="3691892"/>
                <a:ext cx="1510542" cy="348109"/>
              </a:xfrm>
              <a:prstGeom prst="rect">
                <a:avLst/>
              </a:prstGeom>
              <a:blipFill>
                <a:blip r:embed="rId9"/>
                <a:stretch>
                  <a:fillRect b="-137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743D1A7-3ADA-53E5-3DF9-3150A2CF76E3}"/>
                  </a:ext>
                </a:extLst>
              </p:cNvPr>
              <p:cNvSpPr txBox="1"/>
              <p:nvPr/>
            </p:nvSpPr>
            <p:spPr>
              <a:xfrm>
                <a:off x="4038646" y="3694894"/>
                <a:ext cx="231093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d>
                        <m:d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&lt;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743D1A7-3ADA-53E5-3DF9-3150A2CF7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46" y="3694894"/>
                <a:ext cx="2310933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0A9EB96A-12A0-C56D-55EA-7F1FDBF94662}"/>
              </a:ext>
            </a:extLst>
          </p:cNvPr>
          <p:cNvSpPr txBox="1"/>
          <p:nvPr/>
        </p:nvSpPr>
        <p:spPr>
          <a:xfrm>
            <a:off x="2753592" y="4015169"/>
            <a:ext cx="22071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By Jensen’s inequality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8FEB6BB-D4E4-E6AE-2D31-D4BFF6807EBE}"/>
                  </a:ext>
                </a:extLst>
              </p:cNvPr>
              <p:cNvSpPr txBox="1"/>
              <p:nvPr/>
            </p:nvSpPr>
            <p:spPr>
              <a:xfrm>
                <a:off x="2412734" y="4652550"/>
                <a:ext cx="173688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d>
                        <m:d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8FEB6BB-D4E4-E6AE-2D31-D4BFF6807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734" y="4652550"/>
                <a:ext cx="1736886" cy="246221"/>
              </a:xfrm>
              <a:prstGeom prst="rect">
                <a:avLst/>
              </a:prstGeom>
              <a:blipFill>
                <a:blip r:embed="rId11"/>
                <a:stretch>
                  <a:fillRect l="-1460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3BDE16-6271-B898-8D71-6836C384B6B7}"/>
                  </a:ext>
                </a:extLst>
              </p:cNvPr>
              <p:cNvSpPr txBox="1"/>
              <p:nvPr/>
            </p:nvSpPr>
            <p:spPr>
              <a:xfrm>
                <a:off x="2414469" y="5903616"/>
                <a:ext cx="173688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d>
                        <m:d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&gt;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3BDE16-6271-B898-8D71-6836C384B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469" y="5903616"/>
                <a:ext cx="1736886" cy="246221"/>
              </a:xfrm>
              <a:prstGeom prst="rect">
                <a:avLst/>
              </a:prstGeom>
              <a:blipFill>
                <a:blip r:embed="rId12"/>
                <a:stretch>
                  <a:fillRect l="-1460" b="-95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6FB5BD90-9E17-8821-22DE-BEC511649AC1}"/>
              </a:ext>
            </a:extLst>
          </p:cNvPr>
          <p:cNvSpPr txBox="1"/>
          <p:nvPr/>
        </p:nvSpPr>
        <p:spPr>
          <a:xfrm>
            <a:off x="4224943" y="4619745"/>
            <a:ext cx="25362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1" lang="en-US" altLang="ko-KR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risk-neutral (</a:t>
            </a:r>
            <a:r>
              <a:rPr kumimoji="1" lang="ko-KR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위험중립형</a:t>
            </a:r>
            <a:r>
              <a:rPr kumimoji="1" lang="en-US" altLang="ko-KR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ko-KR" altLang="en-US" sz="1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1BF04C-3541-A91F-E9B9-57C6D3486459}"/>
              </a:ext>
            </a:extLst>
          </p:cNvPr>
          <p:cNvSpPr txBox="1"/>
          <p:nvPr/>
        </p:nvSpPr>
        <p:spPr>
          <a:xfrm>
            <a:off x="4224943" y="5849137"/>
            <a:ext cx="2525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1" lang="en-US" altLang="ko-K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risk-averse (</a:t>
            </a:r>
            <a:r>
              <a:rPr kumimoji="1" lang="ko-KR" alt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위험회피형</a:t>
            </a:r>
            <a:r>
              <a:rPr kumimoji="1" lang="en-US" altLang="ko-K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ko-KR" altLang="en-US" sz="1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55A4A40-D9A9-FD26-B622-6CB11A7A4AB5}"/>
                  </a:ext>
                </a:extLst>
              </p:cNvPr>
              <p:cNvSpPr txBox="1"/>
              <p:nvPr/>
            </p:nvSpPr>
            <p:spPr>
              <a:xfrm>
                <a:off x="2929251" y="6180065"/>
                <a:ext cx="1509964" cy="390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d>
                        <m:d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𝜙</m:t>
                          </m:r>
                        </m:e>
                      </m:d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radPr>
                        <m:deg/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𝜙</m:t>
                          </m:r>
                        </m:e>
                      </m:rad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⇒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55A4A40-D9A9-FD26-B622-6CB11A7A4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251" y="6180065"/>
                <a:ext cx="1509964" cy="390492"/>
              </a:xfrm>
              <a:prstGeom prst="rect">
                <a:avLst/>
              </a:prstGeom>
              <a:blipFill>
                <a:blip r:embed="rId1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933E331-320B-8D79-C57F-DA68DC9E4C0D}"/>
                  </a:ext>
                </a:extLst>
              </p:cNvPr>
              <p:cNvSpPr txBox="1"/>
              <p:nvPr/>
            </p:nvSpPr>
            <p:spPr>
              <a:xfrm>
                <a:off x="4138400" y="6206034"/>
                <a:ext cx="231093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d>
                        <m:d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&gt;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933E331-320B-8D79-C57F-DA68DC9E4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400" y="6206034"/>
                <a:ext cx="2310933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575CF3E9-63C6-2C97-7A88-1745E2AAB06A}"/>
              </a:ext>
            </a:extLst>
          </p:cNvPr>
          <p:cNvSpPr txBox="1"/>
          <p:nvPr/>
        </p:nvSpPr>
        <p:spPr>
          <a:xfrm>
            <a:off x="2753592" y="6534281"/>
            <a:ext cx="22071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By Jensen’s inequality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FD88BD17-7C6A-6A47-A82D-9E0BD781E094}"/>
              </a:ext>
            </a:extLst>
          </p:cNvPr>
          <p:cNvCxnSpPr>
            <a:cxnSpLocks/>
          </p:cNvCxnSpPr>
          <p:nvPr/>
        </p:nvCxnSpPr>
        <p:spPr>
          <a:xfrm flipV="1">
            <a:off x="8345978" y="3813960"/>
            <a:ext cx="0" cy="1988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F5F0430C-48AF-9C0A-F329-843FFDC74A44}"/>
              </a:ext>
            </a:extLst>
          </p:cNvPr>
          <p:cNvCxnSpPr>
            <a:cxnSpLocks/>
          </p:cNvCxnSpPr>
          <p:nvPr/>
        </p:nvCxnSpPr>
        <p:spPr>
          <a:xfrm>
            <a:off x="8326581" y="5802283"/>
            <a:ext cx="26504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직선 연결선[R] 45">
            <a:extLst>
              <a:ext uri="{FF2B5EF4-FFF2-40B4-BE49-F238E27FC236}">
                <a16:creationId xmlns:a16="http://schemas.microsoft.com/office/drawing/2014/main" id="{9E6BAC6F-5005-3290-C540-40047EEFB642}"/>
              </a:ext>
            </a:extLst>
          </p:cNvPr>
          <p:cNvCxnSpPr/>
          <p:nvPr/>
        </p:nvCxnSpPr>
        <p:spPr>
          <a:xfrm flipV="1">
            <a:off x="8345978" y="4030425"/>
            <a:ext cx="2402378" cy="177185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자유형 48">
            <a:extLst>
              <a:ext uri="{FF2B5EF4-FFF2-40B4-BE49-F238E27FC236}">
                <a16:creationId xmlns:a16="http://schemas.microsoft.com/office/drawing/2014/main" id="{4D5C9374-0355-C894-CC6D-526FB1916606}"/>
              </a:ext>
            </a:extLst>
          </p:cNvPr>
          <p:cNvSpPr/>
          <p:nvPr/>
        </p:nvSpPr>
        <p:spPr>
          <a:xfrm>
            <a:off x="8345978" y="3865418"/>
            <a:ext cx="1645920" cy="1928552"/>
          </a:xfrm>
          <a:custGeom>
            <a:avLst/>
            <a:gdLst>
              <a:gd name="csX0" fmla="*/ 0 w 1645920"/>
              <a:gd name="csY0" fmla="*/ 1928552 h 1928552"/>
              <a:gd name="csX1" fmla="*/ 1221971 w 1645920"/>
              <a:gd name="csY1" fmla="*/ 839585 h 1928552"/>
              <a:gd name="csX2" fmla="*/ 1645920 w 1645920"/>
              <a:gd name="csY2" fmla="*/ 0 h 1928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45920" h="1928552">
                <a:moveTo>
                  <a:pt x="0" y="1928552"/>
                </a:moveTo>
                <a:cubicBezTo>
                  <a:pt x="473825" y="1544781"/>
                  <a:pt x="947651" y="1161010"/>
                  <a:pt x="1221971" y="839585"/>
                </a:cubicBezTo>
                <a:cubicBezTo>
                  <a:pt x="1496291" y="518160"/>
                  <a:pt x="1571105" y="259080"/>
                  <a:pt x="164592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" name="자유형 49">
            <a:extLst>
              <a:ext uri="{FF2B5EF4-FFF2-40B4-BE49-F238E27FC236}">
                <a16:creationId xmlns:a16="http://schemas.microsoft.com/office/drawing/2014/main" id="{E3BAD862-8617-885A-AB21-34E75531616A}"/>
              </a:ext>
            </a:extLst>
          </p:cNvPr>
          <p:cNvSpPr/>
          <p:nvPr/>
        </p:nvSpPr>
        <p:spPr>
          <a:xfrm>
            <a:off x="8370916" y="4663439"/>
            <a:ext cx="2502131" cy="1122219"/>
          </a:xfrm>
          <a:custGeom>
            <a:avLst/>
            <a:gdLst>
              <a:gd name="csX0" fmla="*/ 0 w 2502131"/>
              <a:gd name="csY0" fmla="*/ 1122219 h 1122219"/>
              <a:gd name="csX1" fmla="*/ 1645920 w 2502131"/>
              <a:gd name="csY1" fmla="*/ 207819 h 1122219"/>
              <a:gd name="csX2" fmla="*/ 2502131 w 2502131"/>
              <a:gd name="csY2" fmla="*/ 0 h 11222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502131" h="1122219">
                <a:moveTo>
                  <a:pt x="0" y="1122219"/>
                </a:moveTo>
                <a:cubicBezTo>
                  <a:pt x="614449" y="758537"/>
                  <a:pt x="1228898" y="394855"/>
                  <a:pt x="1645920" y="207819"/>
                </a:cubicBezTo>
                <a:cubicBezTo>
                  <a:pt x="2062942" y="20782"/>
                  <a:pt x="2282536" y="10391"/>
                  <a:pt x="2502131" y="0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C920191-C59A-7668-417F-600BC3D2E878}"/>
                  </a:ext>
                </a:extLst>
              </p:cNvPr>
              <p:cNvSpPr txBox="1"/>
              <p:nvPr/>
            </p:nvSpPr>
            <p:spPr>
              <a:xfrm>
                <a:off x="9480909" y="5830715"/>
                <a:ext cx="3417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C920191-C59A-7668-417F-600BC3D2E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0909" y="5830715"/>
                <a:ext cx="341760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3129F6D-6230-6F52-666E-8C19880C85AC}"/>
                  </a:ext>
                </a:extLst>
              </p:cNvPr>
              <p:cNvSpPr txBox="1"/>
              <p:nvPr/>
            </p:nvSpPr>
            <p:spPr>
              <a:xfrm>
                <a:off x="7695863" y="4657109"/>
                <a:ext cx="6501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d>
                        <m:d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3129F6D-6230-6F52-666E-8C19880C8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5863" y="4657109"/>
                <a:ext cx="650114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EBCBDD4F-E5F3-CF99-E5FE-FCFC50E94C6C}"/>
              </a:ext>
            </a:extLst>
          </p:cNvPr>
          <p:cNvSpPr txBox="1"/>
          <p:nvPr/>
        </p:nvSpPr>
        <p:spPr>
          <a:xfrm>
            <a:off x="7857105" y="3484599"/>
            <a:ext cx="4253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기대금액이 </a:t>
            </a:r>
            <a:r>
              <a:rPr kumimoji="1" lang="ko-KR" alt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커질때</a:t>
            </a:r>
            <a:r>
              <a:rPr kumimoji="1" lang="ko-KR" alt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내 효용이 지수적으로 증가한다</a:t>
            </a:r>
            <a:r>
              <a:rPr kumimoji="1" lang="en-US" altLang="ko-KR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87CD430-CDA0-0B04-1A3A-85EEE45BA901}"/>
              </a:ext>
            </a:extLst>
          </p:cNvPr>
          <p:cNvSpPr txBox="1"/>
          <p:nvPr/>
        </p:nvSpPr>
        <p:spPr>
          <a:xfrm>
            <a:off x="7829751" y="5464493"/>
            <a:ext cx="44823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기대금액이 커져도 내 효용은 일정이상 커지진 않는다</a:t>
            </a:r>
            <a:r>
              <a:rPr kumimoji="1" lang="en-US" altLang="ko-KR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420C444-89F4-05DA-D13C-53CF9D821975}"/>
              </a:ext>
            </a:extLst>
          </p:cNvPr>
          <p:cNvSpPr txBox="1"/>
          <p:nvPr/>
        </p:nvSpPr>
        <p:spPr>
          <a:xfrm>
            <a:off x="6301041" y="6538386"/>
            <a:ext cx="59234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이외에 실용적으로 </a:t>
            </a:r>
            <a:r>
              <a:rPr kumimoji="1" lang="ko-KR" alt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기댓값과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불확실성을 반영한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가 있다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8E0C361-7FF8-C809-C782-89EE170C9E37}"/>
                  </a:ext>
                </a:extLst>
              </p:cNvPr>
              <p:cNvSpPr txBox="1"/>
              <p:nvPr/>
            </p:nvSpPr>
            <p:spPr>
              <a:xfrm>
                <a:off x="2940134" y="4978327"/>
                <a:ext cx="90588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d>
                        <m:d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𝜙</m:t>
                          </m:r>
                        </m:e>
                      </m:d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𝜙</m:t>
                      </m:r>
                    </m:oMath>
                  </m:oMathPara>
                </a14:m>
                <a:endParaRPr kumimoji="1" lang="en-US" altLang="ko-KR" sz="16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8E0C361-7FF8-C809-C782-89EE170C9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0134" y="4978327"/>
                <a:ext cx="905889" cy="246221"/>
              </a:xfrm>
              <a:prstGeom prst="rect">
                <a:avLst/>
              </a:prstGeom>
              <a:blipFill>
                <a:blip r:embed="rId17"/>
                <a:stretch>
                  <a:fillRect l="-2778" r="-6944" b="-3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137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7" grpId="0"/>
      <p:bldP spid="28" grpId="0"/>
      <p:bldP spid="29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9" grpId="0" animBg="1"/>
      <p:bldP spid="50" grpId="0" animBg="1"/>
      <p:bldP spid="51" grpId="0"/>
      <p:bldP spid="52" grpId="0"/>
      <p:bldP spid="53" grpId="0"/>
      <p:bldP spid="54" grpId="0"/>
      <p:bldP spid="55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FD2B61-2010-FDB3-213B-6C098BC6B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Q. HARA class of utility functions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구체적인 설명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CBF367-4E71-2896-017C-8EE56EAD5F39}"/>
              </a:ext>
            </a:extLst>
          </p:cNvPr>
          <p:cNvSpPr txBox="1"/>
          <p:nvPr/>
        </p:nvSpPr>
        <p:spPr>
          <a:xfrm>
            <a:off x="438113" y="1080478"/>
            <a:ext cx="74028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본 책에서는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HARA class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가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risk-averse utility function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의 예시로써 소개되고 있다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E36B0A-A285-A802-DA02-0A2DC3E6507C}"/>
              </a:ext>
            </a:extLst>
          </p:cNvPr>
          <p:cNvSpPr txBox="1"/>
          <p:nvPr/>
        </p:nvSpPr>
        <p:spPr>
          <a:xfrm>
            <a:off x="438113" y="1419032"/>
            <a:ext cx="85154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정의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1" lang="ko-KR" altLang="en-US" sz="1600" dirty="0">
                <a:solidFill>
                  <a:srgbClr val="1B2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절대적위험회피도 </a:t>
            </a:r>
            <a:r>
              <a:rPr kumimoji="1" lang="en-US" altLang="ko-KR" sz="1600" dirty="0">
                <a:solidFill>
                  <a:srgbClr val="1B2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(ARA)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가 </a:t>
            </a:r>
            <a:r>
              <a:rPr kumimoji="1" lang="ko-KR" altLang="en-US" sz="1600" dirty="0">
                <a:solidFill>
                  <a:srgbClr val="FF7F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어떤 쌍곡선 형태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로 정의되는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utility function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들의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family.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449520-97E3-6B20-D7EA-3A321C30AD4D}"/>
                  </a:ext>
                </a:extLst>
              </p:cNvPr>
              <p:cNvSpPr txBox="1"/>
              <p:nvPr/>
            </p:nvSpPr>
            <p:spPr>
              <a:xfrm>
                <a:off x="1635083" y="1698507"/>
                <a:ext cx="1694182" cy="6050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solidFill>
                            <a:srgbClr val="1B22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</m:t>
                      </m:r>
                      <m:d>
                        <m:dPr>
                          <m:ctrlPr>
                            <a:rPr kumimoji="1" lang="en-US" altLang="ko-KR" sz="1600" b="0" i="1" smtClean="0">
                              <a:solidFill>
                                <a:srgbClr val="1B22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solidFill>
                                <a:srgbClr val="1B22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</m:d>
                      <m:r>
                        <a:rPr kumimoji="1" lang="en-US" altLang="ko-KR" sz="1600" b="0" i="1" smtClean="0">
                          <a:solidFill>
                            <a:srgbClr val="1B22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=−</m:t>
                      </m:r>
                      <m:f>
                        <m:fPr>
                          <m:ctrlPr>
                            <a:rPr kumimoji="1" lang="en-US" altLang="ko-KR" sz="1600" b="0" i="1" smtClean="0">
                              <a:solidFill>
                                <a:srgbClr val="1B22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kumimoji="1" lang="en-US" altLang="ko-KR" sz="1600" b="0" i="1" smtClean="0">
                              <a:solidFill>
                                <a:srgbClr val="1B22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  <m:r>
                            <a:rPr kumimoji="1" lang="en-US" altLang="ko-KR" sz="1600" b="0" i="1" smtClean="0">
                              <a:solidFill>
                                <a:srgbClr val="1B22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’’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solidFill>
                                    <a:srgbClr val="1B22F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1B22F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</m:d>
                        </m:num>
                        <m:den>
                          <m:r>
                            <a:rPr kumimoji="1" lang="en-US" altLang="ko-KR" sz="1600" b="0" i="1" smtClean="0">
                              <a:solidFill>
                                <a:srgbClr val="1B22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  <m:r>
                            <a:rPr kumimoji="1" lang="en-US" altLang="ko-KR" sz="1600" b="0" i="1" smtClean="0">
                              <a:solidFill>
                                <a:srgbClr val="1B22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’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solidFill>
                                    <a:srgbClr val="1B22F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1B22F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kumimoji="1" lang="ko-KR" altLang="en-US" sz="1600" dirty="0">
                  <a:solidFill>
                    <a:srgbClr val="1B22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449520-97E3-6B20-D7EA-3A321C30A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83" y="1698507"/>
                <a:ext cx="1694182" cy="6050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779007-76DC-C6B2-9016-FE049093EFD0}"/>
                  </a:ext>
                </a:extLst>
              </p:cNvPr>
              <p:cNvSpPr txBox="1"/>
              <p:nvPr/>
            </p:nvSpPr>
            <p:spPr>
              <a:xfrm>
                <a:off x="4060035" y="1741947"/>
                <a:ext cx="1065420" cy="5181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solidFill>
                            <a:srgbClr val="FF7F0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≈</m:t>
                      </m:r>
                      <m:f>
                        <m:fPr>
                          <m:ctrlPr>
                            <a:rPr kumimoji="1" lang="en-US" altLang="ko-KR" sz="1600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ko-KR" sz="1600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ko-KR" sz="1600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a</m:t>
                          </m:r>
                          <m:r>
                            <a:rPr kumimoji="1" lang="en-US" altLang="ko-KR" sz="1600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kumimoji="1" lang="en-US" altLang="ko-KR" sz="1600" b="0" i="1" smtClean="0">
                              <a:solidFill>
                                <a:srgbClr val="FF7F0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bw</m:t>
                          </m:r>
                        </m:den>
                      </m:f>
                    </m:oMath>
                  </m:oMathPara>
                </a14:m>
                <a:endParaRPr kumimoji="1" lang="ko-KR" altLang="en-US" sz="1600" dirty="0">
                  <a:solidFill>
                    <a:srgbClr val="FF7F0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779007-76DC-C6B2-9016-FE049093E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035" y="1741947"/>
                <a:ext cx="1065420" cy="518155"/>
              </a:xfrm>
              <a:prstGeom prst="rect">
                <a:avLst/>
              </a:prstGeom>
              <a:blipFill>
                <a:blip r:embed="rId3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8EFA1A8-B1EB-C605-4F68-2910D92C8F13}"/>
              </a:ext>
            </a:extLst>
          </p:cNvPr>
          <p:cNvSpPr txBox="1"/>
          <p:nvPr/>
        </p:nvSpPr>
        <p:spPr>
          <a:xfrm>
            <a:off x="5125455" y="1839567"/>
            <a:ext cx="56284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와 같이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에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대해 분모가 선형인 형태가 되도록 하는 클래스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0ACC9F-FD5E-5AD4-048D-FE045681F5EC}"/>
                  </a:ext>
                </a:extLst>
              </p:cNvPr>
              <p:cNvSpPr txBox="1"/>
              <p:nvPr/>
            </p:nvSpPr>
            <p:spPr>
              <a:xfrm>
                <a:off x="438113" y="2720191"/>
                <a:ext cx="652236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편의를 위해 </a:t>
                </a:r>
                <a14:m>
                  <m:oMath xmlns:m="http://schemas.openxmlformats.org/officeDocument/2006/math">
                    <m:r>
                      <a:rPr kumimoji="1" lang="en-US" altLang="ko-KR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kumimoji="1" lang="en-US" altLang="ko-KR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’(</m:t>
                    </m:r>
                    <m:r>
                      <a:rPr kumimoji="1" lang="en-US" altLang="ko-KR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  <m:r>
                      <a:rPr kumimoji="1" lang="en-US" altLang="ko-KR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의 크기변화는 다루지 않고 </a:t>
                </a:r>
                <a14:m>
                  <m:oMath xmlns:m="http://schemas.openxmlformats.org/officeDocument/2006/math">
                    <m:r>
                      <a:rPr kumimoji="1" lang="en-US" altLang="ko-KR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kumimoji="1" lang="en-US" altLang="ko-KR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’(</m:t>
                    </m:r>
                    <m:r>
                      <a:rPr kumimoji="1" lang="en-US" altLang="ko-KR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  <m:r>
                      <a:rPr kumimoji="1" lang="en-US" altLang="ko-KR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)&gt;0</m:t>
                    </m:r>
                  </m:oMath>
                </a14:m>
                <a:r>
                  <a:rPr kumimoji="1" lang="ko-KR" alt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라고만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하겠다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0ACC9F-FD5E-5AD4-048D-FE045681F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13" y="2720191"/>
                <a:ext cx="6522363" cy="338554"/>
              </a:xfrm>
              <a:prstGeom prst="rect">
                <a:avLst/>
              </a:prstGeom>
              <a:blipFill>
                <a:blip r:embed="rId4"/>
                <a:stretch>
                  <a:fillRect l="-388" t="-7407" b="-25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3FF46461-46B2-F224-449B-015717085C45}"/>
              </a:ext>
            </a:extLst>
          </p:cNvPr>
          <p:cNvCxnSpPr/>
          <p:nvPr/>
        </p:nvCxnSpPr>
        <p:spPr>
          <a:xfrm>
            <a:off x="839708" y="3450077"/>
            <a:ext cx="0" cy="25021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2F6228C2-63DA-6696-F01E-96CCD04F2C3A}"/>
              </a:ext>
            </a:extLst>
          </p:cNvPr>
          <p:cNvCxnSpPr>
            <a:cxnSpLocks/>
          </p:cNvCxnSpPr>
          <p:nvPr/>
        </p:nvCxnSpPr>
        <p:spPr>
          <a:xfrm>
            <a:off x="831395" y="3450077"/>
            <a:ext cx="8201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A461F43A-1DED-5F4C-4782-FFB9883672D3}"/>
              </a:ext>
            </a:extLst>
          </p:cNvPr>
          <p:cNvCxnSpPr>
            <a:cxnSpLocks/>
          </p:cNvCxnSpPr>
          <p:nvPr/>
        </p:nvCxnSpPr>
        <p:spPr>
          <a:xfrm>
            <a:off x="839707" y="4703913"/>
            <a:ext cx="8201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7CE48964-6DB6-7FD0-94F5-A8B84169AC59}"/>
              </a:ext>
            </a:extLst>
          </p:cNvPr>
          <p:cNvCxnSpPr>
            <a:cxnSpLocks/>
          </p:cNvCxnSpPr>
          <p:nvPr/>
        </p:nvCxnSpPr>
        <p:spPr>
          <a:xfrm>
            <a:off x="839706" y="5943895"/>
            <a:ext cx="8201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59E166-65EC-E76B-C5FD-C4CDE8962D0A}"/>
                  </a:ext>
                </a:extLst>
              </p:cNvPr>
              <p:cNvSpPr txBox="1"/>
              <p:nvPr/>
            </p:nvSpPr>
            <p:spPr>
              <a:xfrm>
                <a:off x="1748117" y="3244334"/>
                <a:ext cx="12909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r>
                        <a:rPr kumimoji="1" lang="en-US" altLang="ko-KR" sz="180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’’(</m:t>
                      </m:r>
                      <m:r>
                        <a:rPr kumimoji="1" lang="en-US" altLang="ko-KR" sz="180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𝑤</m:t>
                      </m:r>
                      <m:r>
                        <a:rPr kumimoji="1" lang="en-US" altLang="ko-KR" sz="180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)&gt;0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59E166-65EC-E76B-C5FD-C4CDE8962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8117" y="3244334"/>
                <a:ext cx="1290917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BE737B7-7853-38C5-A786-E6E947EF253C}"/>
                  </a:ext>
                </a:extLst>
              </p:cNvPr>
              <p:cNvSpPr txBox="1"/>
              <p:nvPr/>
            </p:nvSpPr>
            <p:spPr>
              <a:xfrm>
                <a:off x="1748115" y="4490661"/>
                <a:ext cx="12909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r>
                        <a:rPr kumimoji="1" lang="en-US" altLang="ko-KR" sz="180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’’(</m:t>
                      </m:r>
                      <m:r>
                        <a:rPr kumimoji="1" lang="en-US" altLang="ko-KR" sz="180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𝑤</m:t>
                      </m:r>
                      <m:r>
                        <a:rPr kumimoji="1" lang="en-US" altLang="ko-KR" sz="180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BE737B7-7853-38C5-A786-E6E947EF2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8115" y="4490661"/>
                <a:ext cx="1290917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BAB4ED-27DE-E624-CFD4-DAB9FBC2F301}"/>
                  </a:ext>
                </a:extLst>
              </p:cNvPr>
              <p:cNvSpPr txBox="1"/>
              <p:nvPr/>
            </p:nvSpPr>
            <p:spPr>
              <a:xfrm>
                <a:off x="1748116" y="5736989"/>
                <a:ext cx="12909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r>
                        <a:rPr kumimoji="1" lang="en-US" altLang="ko-KR" sz="180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’’(</m:t>
                      </m:r>
                      <m:r>
                        <a:rPr kumimoji="1" lang="en-US" altLang="ko-KR" sz="180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𝑤</m:t>
                      </m:r>
                      <m:r>
                        <a:rPr kumimoji="1" lang="en-US" altLang="ko-KR" sz="180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)&lt;0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BAB4ED-27DE-E624-CFD4-DAB9FBC2F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8116" y="5736989"/>
                <a:ext cx="1290917" cy="369332"/>
              </a:xfrm>
              <a:prstGeom prst="rect">
                <a:avLst/>
              </a:prstGeom>
              <a:blipFill>
                <a:blip r:embed="rId7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F0FE9DF1-7FAA-6227-6701-164AA3727DCA}"/>
              </a:ext>
            </a:extLst>
          </p:cNvPr>
          <p:cNvSpPr txBox="1"/>
          <p:nvPr/>
        </p:nvSpPr>
        <p:spPr>
          <a:xfrm>
            <a:off x="438113" y="2283049"/>
            <a:ext cx="44823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400" dirty="0">
                <a:solidFill>
                  <a:srgbClr val="1B2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말 그대로 위험을 회피하는 성향을 </a:t>
            </a:r>
            <a:r>
              <a:rPr kumimoji="1" lang="ko-KR" altLang="en-US" sz="1400" dirty="0" err="1">
                <a:solidFill>
                  <a:srgbClr val="1B2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정량화한</a:t>
            </a:r>
            <a:r>
              <a:rPr kumimoji="1" lang="ko-KR" altLang="en-US" sz="1400" dirty="0">
                <a:solidFill>
                  <a:srgbClr val="1B22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지표 정도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12AC68E3-3647-179D-FBA6-119AE17837B0}"/>
              </a:ext>
            </a:extLst>
          </p:cNvPr>
          <p:cNvCxnSpPr>
            <a:cxnSpLocks/>
          </p:cNvCxnSpPr>
          <p:nvPr/>
        </p:nvCxnSpPr>
        <p:spPr>
          <a:xfrm>
            <a:off x="3167343" y="3429000"/>
            <a:ext cx="3563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530FB27-FDF2-858D-FBF4-34ACACF194C3}"/>
              </a:ext>
            </a:extLst>
          </p:cNvPr>
          <p:cNvCxnSpPr>
            <a:cxnSpLocks/>
          </p:cNvCxnSpPr>
          <p:nvPr/>
        </p:nvCxnSpPr>
        <p:spPr>
          <a:xfrm>
            <a:off x="3167343" y="5943895"/>
            <a:ext cx="3563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06C89B6-82B0-BC0C-4E3C-FDF07FF0C2CD}"/>
              </a:ext>
            </a:extLst>
          </p:cNvPr>
          <p:cNvCxnSpPr>
            <a:cxnSpLocks/>
          </p:cNvCxnSpPr>
          <p:nvPr/>
        </p:nvCxnSpPr>
        <p:spPr>
          <a:xfrm>
            <a:off x="3167343" y="4724113"/>
            <a:ext cx="3563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0742DCF-594D-F848-ECAC-E72A3646E301}"/>
                  </a:ext>
                </a:extLst>
              </p:cNvPr>
              <p:cNvSpPr txBox="1"/>
              <p:nvPr/>
            </p:nvSpPr>
            <p:spPr>
              <a:xfrm>
                <a:off x="3682692" y="3244334"/>
                <a:ext cx="18709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ko-KR" sz="18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kumimoji="1" lang="en-US" altLang="ko-KR" sz="18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kumimoji="1" lang="en-US" altLang="ko-KR" sz="18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  <m:r>
                      <a:rPr kumimoji="1" lang="en-US" altLang="ko-KR" sz="18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is convex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0742DCF-594D-F848-ECAC-E72A3646E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2692" y="3244334"/>
                <a:ext cx="1870943" cy="369332"/>
              </a:xfrm>
              <a:prstGeom prst="rect">
                <a:avLst/>
              </a:prstGeom>
              <a:blipFill>
                <a:blip r:embed="rId8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EEFB807-4EEB-3EB6-F5ED-DFB76B3E88A8}"/>
                  </a:ext>
                </a:extLst>
              </p:cNvPr>
              <p:cNvSpPr txBox="1"/>
              <p:nvPr/>
            </p:nvSpPr>
            <p:spPr>
              <a:xfrm>
                <a:off x="3682692" y="4516476"/>
                <a:ext cx="18709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ko-KR" sz="18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kumimoji="1" lang="en-US" altLang="ko-KR" sz="18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kumimoji="1" lang="en-US" altLang="ko-KR" sz="18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  <m:r>
                      <a:rPr kumimoji="1" lang="en-US" altLang="ko-KR" sz="18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is linear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EEFB807-4EEB-3EB6-F5ED-DFB76B3E8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2692" y="4516476"/>
                <a:ext cx="1870943" cy="369332"/>
              </a:xfrm>
              <a:prstGeom prst="rect">
                <a:avLst/>
              </a:prstGeom>
              <a:blipFill>
                <a:blip r:embed="rId9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88F206A-E257-0E40-A6B1-4B5CABF86716}"/>
                  </a:ext>
                </a:extLst>
              </p:cNvPr>
              <p:cNvSpPr txBox="1"/>
              <p:nvPr/>
            </p:nvSpPr>
            <p:spPr>
              <a:xfrm>
                <a:off x="3652000" y="5736988"/>
                <a:ext cx="20495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ko-KR" sz="18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kumimoji="1" lang="en-US" altLang="ko-KR" sz="18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kumimoji="1" lang="en-US" altLang="ko-KR" sz="18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  <m:r>
                      <a:rPr kumimoji="1" lang="en-US" altLang="ko-KR" sz="18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is concave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88F206A-E257-0E40-A6B1-4B5CABF86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000" y="5736988"/>
                <a:ext cx="2049548" cy="369332"/>
              </a:xfrm>
              <a:prstGeom prst="rect">
                <a:avLst/>
              </a:prstGeom>
              <a:blipFill>
                <a:blip r:embed="rId10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F75B1D4A-BA1F-1697-71FA-03A13F45FC60}"/>
              </a:ext>
            </a:extLst>
          </p:cNvPr>
          <p:cNvCxnSpPr>
            <a:cxnSpLocks/>
          </p:cNvCxnSpPr>
          <p:nvPr/>
        </p:nvCxnSpPr>
        <p:spPr>
          <a:xfrm>
            <a:off x="5567083" y="3429000"/>
            <a:ext cx="3563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E301595-5CDB-044F-266F-F576A8D46636}"/>
              </a:ext>
            </a:extLst>
          </p:cNvPr>
          <p:cNvCxnSpPr>
            <a:cxnSpLocks/>
          </p:cNvCxnSpPr>
          <p:nvPr/>
        </p:nvCxnSpPr>
        <p:spPr>
          <a:xfrm>
            <a:off x="5567083" y="5943895"/>
            <a:ext cx="3563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96D85A0-E9D2-237C-481C-13756C0FF738}"/>
              </a:ext>
            </a:extLst>
          </p:cNvPr>
          <p:cNvCxnSpPr>
            <a:cxnSpLocks/>
          </p:cNvCxnSpPr>
          <p:nvPr/>
        </p:nvCxnSpPr>
        <p:spPr>
          <a:xfrm>
            <a:off x="5567083" y="4724113"/>
            <a:ext cx="3563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7638A5B-E1F9-FB0D-C7C0-7AB432B4AA1D}"/>
                  </a:ext>
                </a:extLst>
              </p:cNvPr>
              <p:cNvSpPr txBox="1"/>
              <p:nvPr/>
            </p:nvSpPr>
            <p:spPr>
              <a:xfrm>
                <a:off x="5999631" y="3244334"/>
                <a:ext cx="13581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b="0" i="1" smtClean="0">
                          <a:solidFill>
                            <a:srgbClr val="1B22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</m:t>
                      </m:r>
                      <m:d>
                        <m:dPr>
                          <m:ctrlPr>
                            <a:rPr kumimoji="1" lang="en-US" altLang="ko-KR" sz="1800" b="0" i="1" smtClean="0">
                              <a:solidFill>
                                <a:srgbClr val="1B22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800" b="0" i="1" smtClean="0">
                              <a:solidFill>
                                <a:srgbClr val="1B22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</m:d>
                      <m:r>
                        <a:rPr kumimoji="1" lang="en-US" altLang="ko-KR" sz="1800" b="0" i="1" smtClean="0">
                          <a:solidFill>
                            <a:srgbClr val="1B22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&lt;0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7638A5B-E1F9-FB0D-C7C0-7AB432B4A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631" y="3244334"/>
                <a:ext cx="135815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0B3328A-CD4E-69A3-F59F-CA3FBAB6BD33}"/>
                  </a:ext>
                </a:extLst>
              </p:cNvPr>
              <p:cNvSpPr txBox="1"/>
              <p:nvPr/>
            </p:nvSpPr>
            <p:spPr>
              <a:xfrm>
                <a:off x="5999631" y="5788618"/>
                <a:ext cx="13581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b="0" i="1" smtClean="0">
                          <a:solidFill>
                            <a:srgbClr val="1B22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</m:t>
                      </m:r>
                      <m:d>
                        <m:dPr>
                          <m:ctrlPr>
                            <a:rPr kumimoji="1" lang="en-US" altLang="ko-KR" sz="1800" b="0" i="1" smtClean="0">
                              <a:solidFill>
                                <a:srgbClr val="1B22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800" b="0" i="1" smtClean="0">
                              <a:solidFill>
                                <a:srgbClr val="1B22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</m:d>
                      <m:r>
                        <a:rPr kumimoji="1" lang="en-US" altLang="ko-KR" sz="1800" b="0" i="1" smtClean="0">
                          <a:solidFill>
                            <a:srgbClr val="1B22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&gt;0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0B3328A-CD4E-69A3-F59F-CA3FBAB6B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631" y="5788618"/>
                <a:ext cx="135815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3C94FBA-14D4-5C4E-43D5-51BE7A5622FA}"/>
                  </a:ext>
                </a:extLst>
              </p:cNvPr>
              <p:cNvSpPr txBox="1"/>
              <p:nvPr/>
            </p:nvSpPr>
            <p:spPr>
              <a:xfrm>
                <a:off x="6038758" y="4516476"/>
                <a:ext cx="13581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b="0" i="1" smtClean="0">
                          <a:solidFill>
                            <a:srgbClr val="1B22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</m:t>
                      </m:r>
                      <m:d>
                        <m:dPr>
                          <m:ctrlPr>
                            <a:rPr kumimoji="1" lang="en-US" altLang="ko-KR" sz="1800" b="0" i="1" smtClean="0">
                              <a:solidFill>
                                <a:srgbClr val="1B22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800" b="0" i="1" smtClean="0">
                              <a:solidFill>
                                <a:srgbClr val="1B22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</m:d>
                      <m:r>
                        <a:rPr kumimoji="1" lang="en-US" altLang="ko-KR" sz="1800" b="0" i="1" smtClean="0">
                          <a:solidFill>
                            <a:srgbClr val="1B22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3C94FBA-14D4-5C4E-43D5-51BE7A562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8758" y="4516476"/>
                <a:ext cx="135815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CA68E8EC-9D82-CF58-E723-193702E5BB5D}"/>
              </a:ext>
            </a:extLst>
          </p:cNvPr>
          <p:cNvSpPr txBox="1"/>
          <p:nvPr/>
        </p:nvSpPr>
        <p:spPr>
          <a:xfrm>
            <a:off x="7396911" y="3259723"/>
            <a:ext cx="33570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＂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위험을 회피하려는 성향이 작다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.”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5D5E67-253B-D263-2FF8-BF820FCEF9F7}"/>
              </a:ext>
            </a:extLst>
          </p:cNvPr>
          <p:cNvSpPr txBox="1"/>
          <p:nvPr/>
        </p:nvSpPr>
        <p:spPr>
          <a:xfrm>
            <a:off x="7396910" y="5819396"/>
            <a:ext cx="33570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＂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위험을 회피하려는 성향이 크다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.”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28A415-DF2A-4EBB-D264-F7FC5CC5D7E9}"/>
              </a:ext>
            </a:extLst>
          </p:cNvPr>
          <p:cNvSpPr txBox="1"/>
          <p:nvPr/>
        </p:nvSpPr>
        <p:spPr>
          <a:xfrm>
            <a:off x="7396911" y="4554836"/>
            <a:ext cx="1394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＂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반반 성향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.”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C7C290-160D-8E34-5D8D-6325389DB445}"/>
              </a:ext>
            </a:extLst>
          </p:cNvPr>
          <p:cNvSpPr txBox="1"/>
          <p:nvPr/>
        </p:nvSpPr>
        <p:spPr>
          <a:xfrm>
            <a:off x="1780450" y="3752469"/>
            <a:ext cx="2614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1" lang="en-US" altLang="ko-K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risk-seeking (</a:t>
            </a:r>
            <a:r>
              <a:rPr kumimoji="1" lang="ko-KR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위험추구형</a:t>
            </a:r>
            <a:r>
              <a:rPr kumimoji="1" lang="en-US" altLang="ko-K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ko-KR" alt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BF2E09-7E1A-73C0-C8C8-C994310F02D8}"/>
              </a:ext>
            </a:extLst>
          </p:cNvPr>
          <p:cNvSpPr txBox="1"/>
          <p:nvPr/>
        </p:nvSpPr>
        <p:spPr>
          <a:xfrm>
            <a:off x="1780450" y="5015874"/>
            <a:ext cx="25362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1" lang="en-US" altLang="ko-KR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risk-neutral (</a:t>
            </a:r>
            <a:r>
              <a:rPr kumimoji="1" lang="ko-KR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위험중립형</a:t>
            </a:r>
            <a:r>
              <a:rPr kumimoji="1" lang="en-US" altLang="ko-KR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ko-KR" altLang="en-US" sz="1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AC87F04-3B18-FD91-69E6-1221071ABDAC}"/>
              </a:ext>
            </a:extLst>
          </p:cNvPr>
          <p:cNvSpPr txBox="1"/>
          <p:nvPr/>
        </p:nvSpPr>
        <p:spPr>
          <a:xfrm>
            <a:off x="1780450" y="6245266"/>
            <a:ext cx="2525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1" lang="en-US" altLang="ko-K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risk-averse (</a:t>
            </a:r>
            <a:r>
              <a:rPr kumimoji="1" lang="ko-KR" alt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위험회피형</a:t>
            </a:r>
            <a:r>
              <a:rPr kumimoji="1" lang="en-US" altLang="ko-K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ko-KR" altLang="en-US" sz="1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650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6" grpId="0"/>
      <p:bldP spid="17" grpId="0"/>
      <p:bldP spid="18" grpId="0"/>
      <p:bldP spid="19" grpId="0"/>
      <p:bldP spid="25" grpId="0"/>
      <p:bldP spid="26" grpId="0"/>
      <p:bldP spid="27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5277D1A1-3C59-6029-508D-05CF626FE35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54459" y="245597"/>
                <a:ext cx="12037541" cy="383182"/>
              </a:xfrm>
            </p:spPr>
            <p:txBody>
              <a:bodyPr>
                <a:spAutoFit/>
              </a:bodyPr>
              <a:lstStyle/>
              <a:p>
                <a:r>
                  <a:rPr kumimoji="1" lang="en-US" altLang="ko-KR" dirty="0"/>
                  <a:t>Setting the score to </a:t>
                </a:r>
                <a14:m>
                  <m:oMath xmlns:m="http://schemas.openxmlformats.org/officeDocument/2006/math">
                    <m:r>
                      <a:rPr kumimoji="1" lang="en-US" altLang="ko-KR" b="1" i="1" smtClean="0">
                        <a:latin typeface="Cambria Math" panose="02040503050406030204" pitchFamily="18" charset="0"/>
                      </a:rPr>
                      <m:t>𝛍</m:t>
                    </m:r>
                    <m:r>
                      <a:rPr kumimoji="1" lang="en-US" altLang="ko-KR" b="1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kumimoji="1" lang="en-US" altLang="ko-KR" b="1" i="1" smtClean="0">
                        <a:latin typeface="Cambria Math" panose="02040503050406030204" pitchFamily="18" charset="0"/>
                      </a:rPr>
                      <m:t>𝜷𝝈</m:t>
                    </m:r>
                  </m:oMath>
                </a14:m>
                <a:r>
                  <a:rPr kumimoji="1" lang="en-US" altLang="ko-KR" dirty="0"/>
                  <a:t> also captures risk preferences.</a:t>
                </a:r>
                <a:endParaRPr kumimoji="1"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5277D1A1-3C59-6029-508D-05CF626FE3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54459" y="245597"/>
                <a:ext cx="12037541" cy="383182"/>
              </a:xfrm>
              <a:blipFill>
                <a:blip r:embed="rId2"/>
                <a:stretch>
                  <a:fillRect l="-527" t="-12903" b="-290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9C4FC8C-799E-4F84-61B8-93F9B66DAFC1}"/>
              </a:ext>
            </a:extLst>
          </p:cNvPr>
          <p:cNvSpPr txBox="1"/>
          <p:nvPr/>
        </p:nvSpPr>
        <p:spPr>
          <a:xfrm>
            <a:off x="453763" y="1214172"/>
            <a:ext cx="106699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실무적으로 기대효용을 직접 계산하기 보다는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평균과 불확실성의 가중합에 기반한 간단한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로 판단하기도 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93B46E-5584-6292-8C3B-40740AC8617B}"/>
                  </a:ext>
                </a:extLst>
              </p:cNvPr>
              <p:cNvSpPr txBox="1"/>
              <p:nvPr/>
            </p:nvSpPr>
            <p:spPr>
              <a:xfrm>
                <a:off x="1448232" y="3641842"/>
                <a:ext cx="18571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𝜇</m:t>
                      </m:r>
                      <m:d>
                        <m:d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𝛽𝜎</m:t>
                      </m:r>
                      <m:d>
                        <m:d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kumimoji="1" lang="ko-KR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93B46E-5584-6292-8C3B-40740AC86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232" y="3641842"/>
                <a:ext cx="1857111" cy="369332"/>
              </a:xfrm>
              <a:prstGeom prst="rect">
                <a:avLst/>
              </a:prstGeom>
              <a:blipFill>
                <a:blip r:embed="rId3"/>
                <a:stretch>
                  <a:fillRect l="-3401" b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1E7398-766D-2611-D0EE-66EDB80A4DD3}"/>
                  </a:ext>
                </a:extLst>
              </p:cNvPr>
              <p:cNvSpPr txBox="1"/>
              <p:nvPr/>
            </p:nvSpPr>
            <p:spPr>
              <a:xfrm>
                <a:off x="1357759" y="4011174"/>
                <a:ext cx="19475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𝜎</m:t>
                      </m:r>
                      <m:d>
                        <m:d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𝑠𝑡𝑑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𝜙</m:t>
                          </m:r>
                        </m:e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kumimoji="1"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1E7398-766D-2611-D0EE-66EDB80A4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759" y="4011174"/>
                <a:ext cx="1947584" cy="276999"/>
              </a:xfrm>
              <a:prstGeom prst="rect">
                <a:avLst/>
              </a:prstGeom>
              <a:blipFill>
                <a:blip r:embed="rId4"/>
                <a:stretch>
                  <a:fillRect l="-649" b="-391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003D00CE-2B0C-6BE7-05B6-3183B11E6040}"/>
              </a:ext>
            </a:extLst>
          </p:cNvPr>
          <p:cNvCxnSpPr/>
          <p:nvPr/>
        </p:nvCxnSpPr>
        <p:spPr>
          <a:xfrm>
            <a:off x="3391593" y="2573925"/>
            <a:ext cx="0" cy="25021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C1AB8925-52AD-5680-BC79-86E7CE9194F0}"/>
              </a:ext>
            </a:extLst>
          </p:cNvPr>
          <p:cNvCxnSpPr>
            <a:cxnSpLocks/>
          </p:cNvCxnSpPr>
          <p:nvPr/>
        </p:nvCxnSpPr>
        <p:spPr>
          <a:xfrm>
            <a:off x="3383280" y="2573925"/>
            <a:ext cx="8201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9D4F23ED-2DCB-CE78-7C5F-EF2425E9D404}"/>
              </a:ext>
            </a:extLst>
          </p:cNvPr>
          <p:cNvCxnSpPr>
            <a:cxnSpLocks/>
          </p:cNvCxnSpPr>
          <p:nvPr/>
        </p:nvCxnSpPr>
        <p:spPr>
          <a:xfrm>
            <a:off x="3391592" y="3827761"/>
            <a:ext cx="8201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FA9EB648-19E9-0F91-8FD3-FD67F3158CB3}"/>
              </a:ext>
            </a:extLst>
          </p:cNvPr>
          <p:cNvCxnSpPr>
            <a:cxnSpLocks/>
          </p:cNvCxnSpPr>
          <p:nvPr/>
        </p:nvCxnSpPr>
        <p:spPr>
          <a:xfrm>
            <a:off x="3391591" y="5067743"/>
            <a:ext cx="8201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CB2C3D9-915B-F664-54B1-80BB2643D14B}"/>
                  </a:ext>
                </a:extLst>
              </p:cNvPr>
              <p:cNvSpPr txBox="1"/>
              <p:nvPr/>
            </p:nvSpPr>
            <p:spPr>
              <a:xfrm>
                <a:off x="4544934" y="2387288"/>
                <a:ext cx="7112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𝛽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&lt;0</m:t>
                      </m:r>
                    </m:oMath>
                  </m:oMathPara>
                </a14:m>
                <a:endParaRPr kumimoji="1" lang="ko-KR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CB2C3D9-915B-F664-54B1-80BB2643D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934" y="2387288"/>
                <a:ext cx="711285" cy="307777"/>
              </a:xfrm>
              <a:prstGeom prst="rect">
                <a:avLst/>
              </a:prstGeom>
              <a:blipFill>
                <a:blip r:embed="rId5"/>
                <a:stretch>
                  <a:fillRect l="-12500" r="-7143" b="-3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5344B53-FCFA-6F7E-040C-6C78C1111F7A}"/>
                  </a:ext>
                </a:extLst>
              </p:cNvPr>
              <p:cNvSpPr txBox="1"/>
              <p:nvPr/>
            </p:nvSpPr>
            <p:spPr>
              <a:xfrm>
                <a:off x="4555822" y="3673872"/>
                <a:ext cx="7112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𝛽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</m:t>
                      </m:r>
                    </m:oMath>
                  </m:oMathPara>
                </a14:m>
                <a:endParaRPr kumimoji="1" lang="ko-KR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5344B53-FCFA-6F7E-040C-6C78C1111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822" y="3673872"/>
                <a:ext cx="711285" cy="307777"/>
              </a:xfrm>
              <a:prstGeom prst="rect">
                <a:avLst/>
              </a:prstGeom>
              <a:blipFill>
                <a:blip r:embed="rId6"/>
                <a:stretch>
                  <a:fillRect l="-10526" r="-7018" b="-3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9941AA-4726-3F78-367A-D9C1687A4F12}"/>
                  </a:ext>
                </a:extLst>
              </p:cNvPr>
              <p:cNvSpPr txBox="1"/>
              <p:nvPr/>
            </p:nvSpPr>
            <p:spPr>
              <a:xfrm>
                <a:off x="4544934" y="4883551"/>
                <a:ext cx="7112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𝛽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&gt;0</m:t>
                      </m:r>
                    </m:oMath>
                  </m:oMathPara>
                </a14:m>
                <a:endParaRPr kumimoji="1" lang="ko-KR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9941AA-4726-3F78-367A-D9C1687A4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934" y="4883551"/>
                <a:ext cx="711285" cy="307777"/>
              </a:xfrm>
              <a:prstGeom prst="rect">
                <a:avLst/>
              </a:prstGeom>
              <a:blipFill>
                <a:blip r:embed="rId7"/>
                <a:stretch>
                  <a:fillRect l="-12500" r="-7143" b="-3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83422A7-0652-0B07-2016-F51767CC4DB0}"/>
              </a:ext>
            </a:extLst>
          </p:cNvPr>
          <p:cNvSpPr txBox="1"/>
          <p:nvPr/>
        </p:nvSpPr>
        <p:spPr>
          <a:xfrm>
            <a:off x="5334954" y="2359019"/>
            <a:ext cx="38587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불확실성에 그만큼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penalty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부여한다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DEE9F4-4132-8A77-D154-01837EC9A066}"/>
              </a:ext>
            </a:extLst>
          </p:cNvPr>
          <p:cNvSpPr txBox="1"/>
          <p:nvPr/>
        </p:nvSpPr>
        <p:spPr>
          <a:xfrm>
            <a:off x="5334954" y="3643095"/>
            <a:ext cx="4897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불확실성을 고려하지 않고 사후평균만을 이용한다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9621B9-CD31-467C-E330-D0D478CEBEBF}"/>
              </a:ext>
            </a:extLst>
          </p:cNvPr>
          <p:cNvSpPr txBox="1"/>
          <p:nvPr/>
        </p:nvSpPr>
        <p:spPr>
          <a:xfrm>
            <a:off x="5334953" y="4868162"/>
            <a:ext cx="3825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불확실성에 그만큼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부여한다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CE0D00-AB52-1EEF-31F2-5126D03833C6}"/>
              </a:ext>
            </a:extLst>
          </p:cNvPr>
          <p:cNvSpPr txBox="1"/>
          <p:nvPr/>
        </p:nvSpPr>
        <p:spPr>
          <a:xfrm>
            <a:off x="9451570" y="2356511"/>
            <a:ext cx="13292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“risk-averse”</a:t>
            </a:r>
            <a:endParaRPr kumimoji="1" lang="ko-KR" altLang="en-US" sz="1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4C60FC-3A6E-DF2A-5F80-0B8BC1A5D1FB}"/>
              </a:ext>
            </a:extLst>
          </p:cNvPr>
          <p:cNvSpPr txBox="1"/>
          <p:nvPr/>
        </p:nvSpPr>
        <p:spPr>
          <a:xfrm>
            <a:off x="10232449" y="3643095"/>
            <a:ext cx="1337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“risk-neutral”</a:t>
            </a:r>
            <a:endParaRPr kumimoji="1" lang="ko-KR" altLang="en-US" sz="1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7614A6-F07D-D195-2D7D-85687DDD507D}"/>
              </a:ext>
            </a:extLst>
          </p:cNvPr>
          <p:cNvSpPr txBox="1"/>
          <p:nvPr/>
        </p:nvSpPr>
        <p:spPr>
          <a:xfrm>
            <a:off x="9193703" y="4857004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“risk-seeking”</a:t>
            </a:r>
            <a:endParaRPr kumimoji="1" lang="ko-KR" alt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33873F-50A7-352B-AD94-C930A426D08B}"/>
              </a:ext>
            </a:extLst>
          </p:cNvPr>
          <p:cNvSpPr txBox="1"/>
          <p:nvPr/>
        </p:nvSpPr>
        <p:spPr>
          <a:xfrm>
            <a:off x="3718870" y="5998351"/>
            <a:ext cx="78181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지금까지 최적의 점을 추천할 때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utility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의 개형이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risk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의 성향에 영향을 미침을 보였다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D2C3F2-7272-D276-390F-BC8A5F582EF4}"/>
              </a:ext>
            </a:extLst>
          </p:cNvPr>
          <p:cNvSpPr txBox="1"/>
          <p:nvPr/>
        </p:nvSpPr>
        <p:spPr>
          <a:xfrm>
            <a:off x="4988425" y="6519446"/>
            <a:ext cx="72298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이런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reward 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추천 </a:t>
            </a:r>
            <a:r>
              <a:rPr kumimoji="1" lang="ko-KR" alt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기준뿐만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아니라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information gain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을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utility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로 하기도 한다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812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555C180A-D86F-61F3-9729-CC79CC22EFA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Q. </a:t>
                </a:r>
                <a14:m>
                  <m:oMath xmlns:m="http://schemas.openxmlformats.org/officeDocument/2006/math">
                    <m:r>
                      <a:rPr kumimoji="1" lang="en-US" altLang="ko-KR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kumimoji="1"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d>
                  </m:oMath>
                </a14:m>
                <a:r>
                  <a:rPr kumimoji="1" lang="ko-KR" altLang="en-US" dirty="0" err="1"/>
                  <a:t>를</a:t>
                </a:r>
                <a:r>
                  <a:rPr kumimoji="1" lang="ko-KR" altLang="en-US" dirty="0"/>
                  <a:t> 정의할 때 최댓값이 항상 존재한다는 보장이 있는지</a:t>
                </a:r>
                <a:r>
                  <a:rPr kumimoji="1" lang="en-US" altLang="ko-KR" dirty="0"/>
                  <a:t>,</a:t>
                </a:r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sup</a:t>
                </a:r>
                <a:r>
                  <a:rPr kumimoji="1" lang="ko-KR" altLang="en-US" dirty="0"/>
                  <a:t>대신 </a:t>
                </a:r>
                <a:r>
                  <a:rPr kumimoji="1" lang="en-US" altLang="ko-KR" dirty="0"/>
                  <a:t>max</a:t>
                </a:r>
                <a:r>
                  <a:rPr kumimoji="1" lang="ko-KR" altLang="en-US" dirty="0"/>
                  <a:t> 사용한 이유</a:t>
                </a:r>
                <a:r>
                  <a:rPr kumimoji="1" lang="en-US" altLang="ko-KR" dirty="0"/>
                  <a:t>?</a:t>
                </a:r>
                <a:endParaRPr kumimoji="1"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555C180A-D86F-61F3-9729-CC79CC22EF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5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D554E8CA-4FB1-B61A-EEC0-D4E4AE0B4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965" y="1251060"/>
            <a:ext cx="5720070" cy="7634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448527-1DC9-FCB0-7D8E-1AAE0D8584C4}"/>
              </a:ext>
            </a:extLst>
          </p:cNvPr>
          <p:cNvSpPr txBox="1"/>
          <p:nvPr/>
        </p:nvSpPr>
        <p:spPr>
          <a:xfrm>
            <a:off x="429370" y="2277382"/>
            <a:ext cx="5979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Action space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의 형태에 따라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가지로 나누어서 확인해볼 수 있다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F9B2D0-60A8-A032-CB43-2364BC439C11}"/>
              </a:ext>
            </a:extLst>
          </p:cNvPr>
          <p:cNvSpPr txBox="1"/>
          <p:nvPr/>
        </p:nvSpPr>
        <p:spPr>
          <a:xfrm>
            <a:off x="662608" y="2726164"/>
            <a:ext cx="42482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Case 1: 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최적화동안 평가한 점들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유한집합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39EA9B-A3BB-C682-A59B-D6B28FE420E9}"/>
              </a:ext>
            </a:extLst>
          </p:cNvPr>
          <p:cNvSpPr txBox="1"/>
          <p:nvPr/>
        </p:nvSpPr>
        <p:spPr>
          <a:xfrm>
            <a:off x="7629469" y="2726164"/>
            <a:ext cx="20329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Case 2: 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정의역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전체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A46A24-A214-4106-EEA8-8FA75F4D8FA6}"/>
              </a:ext>
            </a:extLst>
          </p:cNvPr>
          <p:cNvSpPr txBox="1"/>
          <p:nvPr/>
        </p:nvSpPr>
        <p:spPr>
          <a:xfrm>
            <a:off x="429370" y="3971283"/>
            <a:ext cx="4714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유한집합이므로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최댓값의 존재는 자명하고</a:t>
            </a:r>
            <a:endParaRPr kumimoji="1"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sup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와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는 동치이므로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사용해도 괜찮다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ED58FA6-31F2-A4EC-26EA-E6AD97A41A78}"/>
              </a:ext>
            </a:extLst>
          </p:cNvPr>
          <p:cNvCxnSpPr/>
          <p:nvPr/>
        </p:nvCxnSpPr>
        <p:spPr>
          <a:xfrm>
            <a:off x="2786746" y="3298231"/>
            <a:ext cx="0" cy="373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1274A6-7593-D793-4C8A-AAFD739A547F}"/>
                  </a:ext>
                </a:extLst>
              </p:cNvPr>
              <p:cNvSpPr txBox="1"/>
              <p:nvPr/>
            </p:nvSpPr>
            <p:spPr>
              <a:xfrm>
                <a:off x="6219030" y="3921765"/>
                <a:ext cx="5120640" cy="3435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altLang="ko-KR" sz="16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419" altLang="ko-KR" sz="1600" i="1" dirty="0">
                          <a:effectLst/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s-419" altLang="ko-KR" sz="1600" i="1" dirty="0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s-419" altLang="ko-KR" sz="1600" i="1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419" altLang="ko-KR" sz="16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s-419" altLang="ko-KR" sz="1600" i="1" dirty="0"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419" altLang="ko-KR" sz="16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l-GR" altLang="ko-KR" sz="1600" i="1" dirty="0" err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l-GR" altLang="ko-KR" sz="1600" i="1" dirty="0">
                          <a:effectLst/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l-GR" altLang="ko-KR" sz="1600" i="1" dirty="0">
                          <a:latin typeface="Cambria Math" panose="02040503050406030204" pitchFamily="18" charset="0"/>
                        </a:rPr>
                        <m:t>)∣</m:t>
                      </m:r>
                      <m:r>
                        <a:rPr lang="es-419" altLang="ko-KR" sz="16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419" altLang="ko-KR" sz="1600" i="1" dirty="0">
                          <a:effectLst/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s-419" altLang="ko-KR" sz="16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419" altLang="ko-KR" sz="1600" i="1" dirty="0"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419" altLang="ko-KR" sz="1600" i="1" dirty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ko-KR" altLang="en-US" sz="1600" b="0" i="1" dirty="0" smtClean="0">
                          <a:latin typeface="Cambria Math" panose="02040503050406030204" pitchFamily="18" charset="0"/>
                        </a:rPr>
                        <m:t>가</m:t>
                      </m:r>
                      <m:r>
                        <a:rPr lang="ko-KR" altLang="en-US" sz="16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600" b="0" i="1" dirty="0" smtClean="0">
                          <a:latin typeface="Cambria Math" panose="02040503050406030204" pitchFamily="18" charset="0"/>
                        </a:rPr>
                        <m:t>연속이다</m:t>
                      </m:r>
                      <m:r>
                        <a:rPr lang="en-US" altLang="ko-KR" sz="16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1274A6-7593-D793-4C8A-AAFD739A5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9030" y="3921765"/>
                <a:ext cx="5120640" cy="343556"/>
              </a:xfrm>
              <a:prstGeom prst="rect">
                <a:avLst/>
              </a:prstGeom>
              <a:blipFill>
                <a:blip r:embed="rId4"/>
                <a:stretch>
                  <a:fillRect t="-3571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946E22B-32CF-07B5-BC88-813577E6F56C}"/>
              </a:ext>
            </a:extLst>
          </p:cNvPr>
          <p:cNvCxnSpPr/>
          <p:nvPr/>
        </p:nvCxnSpPr>
        <p:spPr>
          <a:xfrm>
            <a:off x="8779350" y="3282329"/>
            <a:ext cx="0" cy="373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EB2AF32-7F51-A800-ECFE-50B421847CFA}"/>
              </a:ext>
            </a:extLst>
          </p:cNvPr>
          <p:cNvSpPr txBox="1"/>
          <p:nvPr/>
        </p:nvSpPr>
        <p:spPr>
          <a:xfrm>
            <a:off x="5351232" y="4281184"/>
            <a:ext cx="6856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그리고 최적화의 경우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Action space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보통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bounded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하게 잡아서 진행한다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280DC2-C1E2-A2CE-5C26-81AF66ACCBB8}"/>
              </a:ext>
            </a:extLst>
          </p:cNvPr>
          <p:cNvSpPr txBox="1"/>
          <p:nvPr/>
        </p:nvSpPr>
        <p:spPr>
          <a:xfrm>
            <a:off x="5351232" y="4556058"/>
            <a:ext cx="6779420" cy="698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Extreme value theorem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에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의해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compact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한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action space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에서는 최댓값이 </a:t>
            </a:r>
            <a:endParaRPr kumimoji="1"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30000"/>
              </a:lnSpc>
            </a:pP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항상 존재함을 보장할 수 있다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6E6D00-91FD-BD7D-E062-7F96A362C4D8}"/>
              </a:ext>
            </a:extLst>
          </p:cNvPr>
          <p:cNvSpPr txBox="1"/>
          <p:nvPr/>
        </p:nvSpPr>
        <p:spPr>
          <a:xfrm>
            <a:off x="5478449" y="5605670"/>
            <a:ext cx="6631944" cy="1339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실수 전체에 대해 밀도 있게 탐색하기 보다는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가 거의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kumimoji="1" lang="ko-KR" alt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에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가까울</a:t>
            </a:r>
            <a:endParaRPr kumimoji="1"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30000"/>
              </a:lnSpc>
            </a:pP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것이라고 생각하는 구간을 잘라내고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compact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하게 많이 사용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하므로</a:t>
            </a:r>
            <a:endParaRPr kumimoji="1"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30000"/>
              </a:lnSpc>
            </a:pP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최댓값이 존재하고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사용해도 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>
              <a:lnSpc>
                <a:spcPct val="130000"/>
              </a:lnSpc>
            </a:pP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BA9B704-27B7-788C-95E3-9942E783341F}"/>
              </a:ext>
            </a:extLst>
          </p:cNvPr>
          <p:cNvCxnSpPr>
            <a:cxnSpLocks/>
          </p:cNvCxnSpPr>
          <p:nvPr/>
        </p:nvCxnSpPr>
        <p:spPr>
          <a:xfrm flipH="1">
            <a:off x="4410142" y="6130221"/>
            <a:ext cx="9410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2EF697D-A5B3-7B31-C6CB-4C1E2EBA7331}"/>
                  </a:ext>
                </a:extLst>
              </p:cNvPr>
              <p:cNvSpPr txBox="1"/>
              <p:nvPr/>
            </p:nvSpPr>
            <p:spPr>
              <a:xfrm>
                <a:off x="662608" y="5558314"/>
                <a:ext cx="2461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𝜇</m:t>
                      </m:r>
                      <m:d>
                        <m:dPr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𝛽𝜎</m:t>
                      </m:r>
                      <m:d>
                        <m:dPr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kumimoji="1" lang="ko-KR" alt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|</m:t>
                      </m:r>
                      <m:r>
                        <a:rPr kumimoji="1" lang="ko-KR" altLang="en-US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ko-KR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D</m:t>
                      </m:r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→</m:t>
                      </m:r>
                    </m:oMath>
                  </m:oMathPara>
                </a14:m>
                <a:endParaRPr kumimoji="1" lang="ko-KR" alt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2EF697D-A5B3-7B31-C6CB-4C1E2EBA7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08" y="5558314"/>
                <a:ext cx="2461520" cy="369332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2863C50-DB7D-55F7-F579-89174E43A4CE}"/>
                  </a:ext>
                </a:extLst>
              </p:cNvPr>
              <p:cNvSpPr txBox="1"/>
              <p:nvPr/>
            </p:nvSpPr>
            <p:spPr>
              <a:xfrm>
                <a:off x="2925967" y="5552863"/>
                <a:ext cx="6214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𝛽</m:t>
                      </m:r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2863C50-DB7D-55F7-F579-89174E43A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967" y="5552863"/>
                <a:ext cx="621452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A0EA031-10E1-0906-7418-4ED1FEA7586A}"/>
                  </a:ext>
                </a:extLst>
              </p:cNvPr>
              <p:cNvSpPr txBox="1"/>
              <p:nvPr/>
            </p:nvSpPr>
            <p:spPr>
              <a:xfrm>
                <a:off x="842103" y="5218513"/>
                <a:ext cx="1549783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→∞</m:t>
                    </m:r>
                  </m:oMath>
                </a14:m>
                <a:r>
                  <a:rPr kumimoji="1"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A0EA031-10E1-0906-7418-4ED1FEA75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103" y="5218513"/>
                <a:ext cx="1549783" cy="404983"/>
              </a:xfrm>
              <a:prstGeom prst="rect">
                <a:avLst/>
              </a:prstGeom>
              <a:blipFill>
                <a:blip r:embed="rId7"/>
                <a:stretch>
                  <a:fillRect l="-2439" t="-3030" r="-2439" b="-1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355CE4C-DD52-7A59-FFFF-75CC4B2F553C}"/>
                  </a:ext>
                </a:extLst>
              </p:cNvPr>
              <p:cNvSpPr txBox="1"/>
              <p:nvPr/>
            </p:nvSpPr>
            <p:spPr>
              <a:xfrm>
                <a:off x="1695207" y="5236338"/>
                <a:ext cx="2461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𝑘</m:t>
                      </m:r>
                      <m:d>
                        <m:dPr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’</m:t>
                          </m:r>
                        </m:e>
                      </m:d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→0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355CE4C-DD52-7A59-FFFF-75CC4B2F5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5207" y="5236338"/>
                <a:ext cx="2461520" cy="369332"/>
              </a:xfrm>
              <a:prstGeom prst="rect">
                <a:avLst/>
              </a:prstGeom>
              <a:blipFill>
                <a:blip r:embed="rId8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8541B0-B938-2A1B-4CA1-7AE47722E740}"/>
                  </a:ext>
                </a:extLst>
              </p:cNvPr>
              <p:cNvSpPr txBox="1"/>
              <p:nvPr/>
            </p:nvSpPr>
            <p:spPr>
              <a:xfrm>
                <a:off x="92411" y="6130221"/>
                <a:ext cx="45448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만일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데이터 주변에서의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reward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가 </a:t>
                </a:r>
                <a14:m>
                  <m:oMath xmlns:m="http://schemas.openxmlformats.org/officeDocument/2006/math">
                    <m:r>
                      <a:rPr kumimoji="1" lang="en-US" altLang="ko-KR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  <m:sSub>
                      <m:sSubPr>
                        <m:ctrlPr>
                          <a:rPr kumimoji="1"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보다</a:t>
                </a:r>
                <a:endParaRPr kumimoji="1" lang="en-US" altLang="ko-K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작다면 어떤 유한한 점에서도 최댓값 달성 불가  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8541B0-B938-2A1B-4CA1-7AE47722E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11" y="6130221"/>
                <a:ext cx="4544834" cy="584775"/>
              </a:xfrm>
              <a:prstGeom prst="rect">
                <a:avLst/>
              </a:prstGeom>
              <a:blipFill>
                <a:blip r:embed="rId9"/>
                <a:stretch>
                  <a:fillRect l="-279" t="-2128" b="-127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661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8" grpId="0"/>
      <p:bldP spid="19" grpId="0"/>
      <p:bldP spid="21" grpId="0"/>
      <p:bldP spid="27" grpId="0"/>
      <p:bldP spid="28" grpId="0"/>
      <p:bldP spid="29" grpId="0"/>
      <p:bldP spid="30" grpId="0"/>
      <p:bldP spid="3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289E6C-091E-AED4-A085-386771952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59" y="245597"/>
            <a:ext cx="12037541" cy="383182"/>
          </a:xfrm>
        </p:spPr>
        <p:txBody>
          <a:bodyPr>
            <a:spAutoFit/>
          </a:bodyPr>
          <a:lstStyle/>
          <a:p>
            <a:r>
              <a:rPr kumimoji="1" lang="en-US" altLang="ko-KR" dirty="0"/>
              <a:t>Using information gain as utility to reduce uncertainty.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F9CADA-EFE0-6597-268A-C31781D72A08}"/>
                  </a:ext>
                </a:extLst>
              </p:cNvPr>
              <p:cNvSpPr txBox="1"/>
              <p:nvPr/>
            </p:nvSpPr>
            <p:spPr>
              <a:xfrm>
                <a:off x="941901" y="1216909"/>
                <a:ext cx="78518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우리가 원하는 변수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(optimal, recommendation point)</a:t>
                </a:r>
                <a:r>
                  <a:rPr kumimoji="1" lang="ko-KR" alt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를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w</m:t>
                    </m:r>
                  </m:oMath>
                </a14:m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라는 확률 변수로 표현하자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F9CADA-EFE0-6597-268A-C31781D72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901" y="1216909"/>
                <a:ext cx="7851829" cy="338554"/>
              </a:xfrm>
              <a:prstGeom prst="rect">
                <a:avLst/>
              </a:prstGeom>
              <a:blipFill>
                <a:blip r:embed="rId2"/>
                <a:stretch>
                  <a:fillRect l="-485" t="-7407" b="-25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F857723-8013-3B6F-A1D6-BD5F23551AED}"/>
              </a:ext>
            </a:extLst>
          </p:cNvPr>
          <p:cNvSpPr txBox="1"/>
          <p:nvPr/>
        </p:nvSpPr>
        <p:spPr>
          <a:xfrm>
            <a:off x="941901" y="1642051"/>
            <a:ext cx="59025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에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적당한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prior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줄 때 우리는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의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entropy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계산할 수 있다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4353BF-7C6E-2D07-0512-6149A94A5033}"/>
                  </a:ext>
                </a:extLst>
              </p:cNvPr>
              <p:cNvSpPr txBox="1"/>
              <p:nvPr/>
            </p:nvSpPr>
            <p:spPr>
              <a:xfrm>
                <a:off x="1382259" y="2156563"/>
                <a:ext cx="2916632" cy="5663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𝜔</m:t>
                          </m:r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=−</m:t>
                      </m:r>
                      <m:nary>
                        <m:naryPr>
                          <m:subHide m:val="on"/>
                          <m:supHide m:val="on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</m:d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𝑙𝑜𝑔𝑝</m:t>
                          </m:r>
                          <m:d>
                            <m:d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</m:d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𝑑𝑤</m:t>
                          </m:r>
                        </m:e>
                      </m:nary>
                    </m:oMath>
                  </m:oMathPara>
                </a14:m>
                <a:endParaRPr kumimoji="1"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4353BF-7C6E-2D07-0512-6149A94A5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259" y="2156563"/>
                <a:ext cx="2916632" cy="566374"/>
              </a:xfrm>
              <a:prstGeom prst="rect">
                <a:avLst/>
              </a:prstGeom>
              <a:blipFill>
                <a:blip r:embed="rId3"/>
                <a:stretch>
                  <a:fillRect l="-866" t="-204348" r="-1299" b="-2913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AC3B929-8FA5-26E6-04E5-5B132C4818F6}"/>
              </a:ext>
            </a:extLst>
          </p:cNvPr>
          <p:cNvSpPr txBox="1"/>
          <p:nvPr/>
        </p:nvSpPr>
        <p:spPr>
          <a:xfrm>
            <a:off x="4298891" y="2269846"/>
            <a:ext cx="29931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사전 엔트로피로 볼 수 있다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8B4193-A567-88C9-C0C8-C41D76E9F078}"/>
                  </a:ext>
                </a:extLst>
              </p:cNvPr>
              <p:cNvSpPr txBox="1"/>
              <p:nvPr/>
            </p:nvSpPr>
            <p:spPr>
              <a:xfrm>
                <a:off x="1382259" y="2857395"/>
                <a:ext cx="3594702" cy="5663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𝜔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D</m:t>
                          </m:r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=−</m:t>
                      </m:r>
                      <m:nary>
                        <m:naryPr>
                          <m:subHide m:val="on"/>
                          <m:supHide m:val="on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ko-KR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D</m:t>
                              </m:r>
                            </m:e>
                          </m:d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𝑙𝑜𝑔𝑝</m:t>
                          </m:r>
                          <m:d>
                            <m:d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ko-KR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D</m:t>
                              </m:r>
                            </m:e>
                          </m:d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𝑑𝑤</m:t>
                          </m:r>
                        </m:e>
                      </m:nary>
                    </m:oMath>
                  </m:oMathPara>
                </a14:m>
                <a:endParaRPr kumimoji="1"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8B4193-A567-88C9-C0C8-C41D76E9F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259" y="2857395"/>
                <a:ext cx="3594702" cy="566374"/>
              </a:xfrm>
              <a:prstGeom prst="rect">
                <a:avLst/>
              </a:prstGeom>
              <a:blipFill>
                <a:blip r:embed="rId4"/>
                <a:stretch>
                  <a:fillRect l="-704" t="-211111" r="-1056" b="-30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2EA8368-5930-81C6-8BA6-42E50EE89CA2}"/>
              </a:ext>
            </a:extLst>
          </p:cNvPr>
          <p:cNvSpPr txBox="1"/>
          <p:nvPr/>
        </p:nvSpPr>
        <p:spPr>
          <a:xfrm>
            <a:off x="4885409" y="2971305"/>
            <a:ext cx="6417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와 같은 데이터가 주어졌을 때의 사후 엔트로피 역시 정의할 수 있다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411E7E2-CDA7-DED5-A7F9-15D719611E7F}"/>
                  </a:ext>
                </a:extLst>
              </p:cNvPr>
              <p:cNvSpPr txBox="1"/>
              <p:nvPr/>
            </p:nvSpPr>
            <p:spPr>
              <a:xfrm>
                <a:off x="1382259" y="3599439"/>
                <a:ext cx="23243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u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D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H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ω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]−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H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ω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D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kumimoji="1"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411E7E2-CDA7-DED5-A7F9-15D719611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259" y="3599439"/>
                <a:ext cx="2324354" cy="276999"/>
              </a:xfrm>
              <a:prstGeom prst="rect">
                <a:avLst/>
              </a:prstGeom>
              <a:blipFill>
                <a:blip r:embed="rId5"/>
                <a:stretch>
                  <a:fillRect r="-3261" b="-347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11A7E07C-E4B8-9A0F-E840-60E7E466C89F}"/>
              </a:ext>
            </a:extLst>
          </p:cNvPr>
          <p:cNvSpPr txBox="1"/>
          <p:nvPr/>
        </p:nvSpPr>
        <p:spPr>
          <a:xfrm>
            <a:off x="3706613" y="3594556"/>
            <a:ext cx="30828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사전 대비 사후 엔트로피 감소량</a:t>
            </a:r>
          </a:p>
        </p:txBody>
      </p: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52ACD98B-2355-8D09-8F53-20E452A7C668}"/>
              </a:ext>
            </a:extLst>
          </p:cNvPr>
          <p:cNvCxnSpPr>
            <a:cxnSpLocks/>
          </p:cNvCxnSpPr>
          <p:nvPr/>
        </p:nvCxnSpPr>
        <p:spPr>
          <a:xfrm>
            <a:off x="1416682" y="3933110"/>
            <a:ext cx="2207788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3645CDA-8A6C-1920-6B93-2632578472B6}"/>
              </a:ext>
            </a:extLst>
          </p:cNvPr>
          <p:cNvSpPr txBox="1"/>
          <p:nvPr/>
        </p:nvSpPr>
        <p:spPr>
          <a:xfrm>
            <a:off x="1243439" y="3940887"/>
            <a:ext cx="29562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gain utility function</a:t>
            </a:r>
            <a:endParaRPr kumimoji="1" lang="ko-KR" altLang="en-US" sz="1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FBA660-B077-20CF-478E-95C74CD8F5AA}"/>
              </a:ext>
            </a:extLst>
          </p:cNvPr>
          <p:cNvSpPr txBox="1"/>
          <p:nvPr/>
        </p:nvSpPr>
        <p:spPr>
          <a:xfrm>
            <a:off x="1243439" y="4270123"/>
            <a:ext cx="81483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사전 불확실성에 비해 데이터를 관측했을 때 얼마나 그 변수의 불확실성을 감소시키는지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9C9BD3-EB82-BEB9-7C05-32C130EEF6E0}"/>
                  </a:ext>
                </a:extLst>
              </p:cNvPr>
              <p:cNvSpPr txBox="1"/>
              <p:nvPr/>
            </p:nvSpPr>
            <p:spPr>
              <a:xfrm>
                <a:off x="941901" y="4925111"/>
                <a:ext cx="737913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동치의 개념으로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KL 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발산도 </a:t>
                </a:r>
                <a14:m>
                  <m:oMath xmlns:m="http://schemas.openxmlformats.org/officeDocument/2006/math"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𝐷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)=</m:t>
                    </m:r>
                    <m:sSub>
                      <m:sSub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𝐾𝐿</m:t>
                        </m:r>
                      </m:sub>
                    </m:sSub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𝐷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)||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)]</m:t>
                    </m:r>
                  </m:oMath>
                </a14:m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utility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로 사용할 수 있다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9C9BD3-EB82-BEB9-7C05-32C130EEF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901" y="4925111"/>
                <a:ext cx="7379136" cy="338554"/>
              </a:xfrm>
              <a:prstGeom prst="rect">
                <a:avLst/>
              </a:prstGeom>
              <a:blipFill>
                <a:blip r:embed="rId6"/>
                <a:stretch>
                  <a:fillRect l="-515" t="-3571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CDB3915-B22C-368D-6A47-77D01526688F}"/>
              </a:ext>
            </a:extLst>
          </p:cNvPr>
          <p:cNvSpPr txBox="1"/>
          <p:nvPr/>
        </p:nvSpPr>
        <p:spPr>
          <a:xfrm>
            <a:off x="8606117" y="6519446"/>
            <a:ext cx="36647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이와 관련한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가지 질문들을 살펴보자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59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8" grpId="0"/>
      <p:bldP spid="19" grpId="0"/>
      <p:bldP spid="3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610D5-0F50-2B09-99D4-FC0AB859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Q.</a:t>
            </a:r>
            <a:r>
              <a:rPr kumimoji="1" lang="ko-KR" altLang="en-US" dirty="0"/>
              <a:t> </a:t>
            </a:r>
            <a:r>
              <a:rPr kumimoji="1" lang="en-US" altLang="ko-KR" dirty="0"/>
              <a:t>information gain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이용하는 것과 </a:t>
            </a:r>
            <a:r>
              <a:rPr kumimoji="1" lang="en-US" altLang="ko-KR" dirty="0"/>
              <a:t>optimal</a:t>
            </a:r>
            <a:r>
              <a:rPr kumimoji="1" lang="ko-KR" altLang="en-US" dirty="0"/>
              <a:t>을 찾는 것의 연결</a:t>
            </a:r>
            <a:r>
              <a:rPr kumimoji="1" lang="en-US" altLang="ko-KR" dirty="0"/>
              <a:t>, </a:t>
            </a:r>
            <a:r>
              <a:rPr kumimoji="1" lang="ko-KR" altLang="en-US" dirty="0" err="1"/>
              <a:t>최적점</a:t>
            </a:r>
            <a:r>
              <a:rPr kumimoji="1" lang="ko-KR" altLang="en-US" dirty="0"/>
              <a:t> </a:t>
            </a:r>
            <a:r>
              <a:rPr kumimoji="1" lang="en-US" altLang="ko-KR" dirty="0"/>
              <a:t>w</a:t>
            </a:r>
            <a:r>
              <a:rPr kumimoji="1" lang="ko-KR" altLang="en-US" dirty="0"/>
              <a:t>의 선택 문제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468B5A-D90A-739F-5782-F646BAC65036}"/>
              </a:ext>
            </a:extLst>
          </p:cNvPr>
          <p:cNvSpPr txBox="1"/>
          <p:nvPr/>
        </p:nvSpPr>
        <p:spPr>
          <a:xfrm>
            <a:off x="3170805" y="1297642"/>
            <a:ext cx="5089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불확실성을 줄인다는 것 </a:t>
            </a:r>
            <a:r>
              <a:rPr kumimoji="1"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kumimoji="1"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전역 최적점을 </a:t>
            </a:r>
            <a:r>
              <a:rPr kumimoji="1"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찾는것</a:t>
            </a:r>
            <a:endParaRPr kumimoji="1"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78D612-4909-CAEA-31A3-770121C447FA}"/>
              </a:ext>
            </a:extLst>
          </p:cNvPr>
          <p:cNvSpPr txBox="1"/>
          <p:nvPr/>
        </p:nvSpPr>
        <p:spPr>
          <a:xfrm>
            <a:off x="5584553" y="99799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??</a:t>
            </a:r>
            <a:endParaRPr kumimoji="1"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8F6E5E6-C7B1-0E37-C47B-F14D7D01B20C}"/>
              </a:ext>
            </a:extLst>
          </p:cNvPr>
          <p:cNvSpPr/>
          <p:nvPr/>
        </p:nvSpPr>
        <p:spPr>
          <a:xfrm>
            <a:off x="1315112" y="1297642"/>
            <a:ext cx="1855693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??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D0D4BB-E835-D090-5E75-F21F0F84C7ED}"/>
                  </a:ext>
                </a:extLst>
              </p:cNvPr>
              <p:cNvSpPr txBox="1"/>
              <p:nvPr/>
            </p:nvSpPr>
            <p:spPr>
              <a:xfrm>
                <a:off x="679417" y="2182606"/>
                <a:ext cx="255191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1. 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함수 </a:t>
                </a:r>
                <a14:m>
                  <m:oMath xmlns:m="http://schemas.openxmlformats.org/officeDocument/2006/math">
                    <m:r>
                      <a:rPr kumimoji="1" lang="en-US" altLang="ko-KR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kumimoji="1" lang="ko-KR" alt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에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대한 불확실성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D0D4BB-E835-D090-5E75-F21F0F84C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417" y="2182606"/>
                <a:ext cx="2551917" cy="338554"/>
              </a:xfrm>
              <a:prstGeom prst="rect">
                <a:avLst/>
              </a:prstGeom>
              <a:blipFill>
                <a:blip r:embed="rId2"/>
                <a:stretch>
                  <a:fillRect l="-1485" t="-3571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535528-EBC6-5725-59E2-698BF2035476}"/>
                  </a:ext>
                </a:extLst>
              </p:cNvPr>
              <p:cNvSpPr txBox="1"/>
              <p:nvPr/>
            </p:nvSpPr>
            <p:spPr>
              <a:xfrm>
                <a:off x="679417" y="3175338"/>
                <a:ext cx="57762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2. </a:t>
                </a:r>
                <a14:m>
                  <m:oMath xmlns:m="http://schemas.openxmlformats.org/officeDocument/2006/math">
                    <m:r>
                      <a:rPr kumimoji="1" lang="en-US" altLang="ko-KR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kumimoji="1" lang="ko-KR" altLang="en-US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  <m:r>
                      <a:rPr kumimoji="1" lang="en-US" altLang="ko-KR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kumimoji="1" lang="en-US" altLang="ko-KR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kumimoji="1" lang="en-US" altLang="ko-KR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kumimoji="1" lang="en-US" altLang="ko-KR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kumimoji="1" lang="ko-KR" altLang="en-US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</m:oMath>
                </a14:m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와 같은 우리가 관심있어 하는 변수에 대한 불확실성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535528-EBC6-5725-59E2-698BF2035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417" y="3175338"/>
                <a:ext cx="5776261" cy="338554"/>
              </a:xfrm>
              <a:prstGeom prst="rect">
                <a:avLst/>
              </a:prstGeom>
              <a:blipFill>
                <a:blip r:embed="rId3"/>
                <a:stretch>
                  <a:fillRect l="-658" t="-7407" b="-25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EAE05A-7A85-C4B2-30F8-E7818205EA48}"/>
                  </a:ext>
                </a:extLst>
              </p:cNvPr>
              <p:cNvSpPr txBox="1"/>
              <p:nvPr/>
            </p:nvSpPr>
            <p:spPr>
              <a:xfrm>
                <a:off x="1122829" y="2561742"/>
                <a:ext cx="1048037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이에 대해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information gain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을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utility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로 해서 최적화하면 그냥 함수의 정보를 고르게 크게 하는 </a:t>
                </a:r>
                <a14:m>
                  <m:oMath xmlns:m="http://schemas.openxmlformats.org/officeDocument/2006/math">
                    <m:r>
                      <a:rPr kumimoji="1" lang="en-US" altLang="ko-KR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kumimoji="1" lang="ko-KR" alt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를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학습하는 것이다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EAE05A-7A85-C4B2-30F8-E7818205E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829" y="2561742"/>
                <a:ext cx="10480370" cy="338554"/>
              </a:xfrm>
              <a:prstGeom prst="rect">
                <a:avLst/>
              </a:prstGeom>
              <a:blipFill>
                <a:blip r:embed="rId4"/>
                <a:stretch>
                  <a:fillRect l="-363" t="-3571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DEF1481-05FE-6637-A2AC-B41AD004C272}"/>
              </a:ext>
            </a:extLst>
          </p:cNvPr>
          <p:cNvSpPr txBox="1"/>
          <p:nvPr/>
        </p:nvSpPr>
        <p:spPr>
          <a:xfrm>
            <a:off x="1122829" y="3554474"/>
            <a:ext cx="6423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목표달성을 위해서는 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관심있어하는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변수들의 불확실성을 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줄여야한다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C8C5E3C-6B62-A0A6-E7F1-CE8889F73828}"/>
              </a:ext>
            </a:extLst>
          </p:cNvPr>
          <p:cNvCxnSpPr>
            <a:cxnSpLocks/>
          </p:cNvCxnSpPr>
          <p:nvPr/>
        </p:nvCxnSpPr>
        <p:spPr>
          <a:xfrm>
            <a:off x="888166" y="5803270"/>
            <a:ext cx="36434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자유형 17">
            <a:extLst>
              <a:ext uri="{FF2B5EF4-FFF2-40B4-BE49-F238E27FC236}">
                <a16:creationId xmlns:a16="http://schemas.microsoft.com/office/drawing/2014/main" id="{9AD35691-2F47-A8F8-18CA-5F86822FBB56}"/>
              </a:ext>
            </a:extLst>
          </p:cNvPr>
          <p:cNvSpPr/>
          <p:nvPr/>
        </p:nvSpPr>
        <p:spPr>
          <a:xfrm>
            <a:off x="1019908" y="4492334"/>
            <a:ext cx="3402106" cy="1236977"/>
          </a:xfrm>
          <a:custGeom>
            <a:avLst/>
            <a:gdLst>
              <a:gd name="csX0" fmla="*/ 0 w 3402106"/>
              <a:gd name="csY0" fmla="*/ 1236977 h 1236977"/>
              <a:gd name="csX1" fmla="*/ 759759 w 3402106"/>
              <a:gd name="csY1" fmla="*/ 719265 h 1236977"/>
              <a:gd name="csX2" fmla="*/ 1761565 w 3402106"/>
              <a:gd name="csY2" fmla="*/ 1183188 h 1236977"/>
              <a:gd name="csX3" fmla="*/ 2736477 w 3402106"/>
              <a:gd name="csY3" fmla="*/ 20018 h 1236977"/>
              <a:gd name="csX4" fmla="*/ 3402106 w 3402106"/>
              <a:gd name="csY4" fmla="*/ 557900 h 1236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402106" h="1236977">
                <a:moveTo>
                  <a:pt x="0" y="1236977"/>
                </a:moveTo>
                <a:cubicBezTo>
                  <a:pt x="233082" y="982603"/>
                  <a:pt x="466165" y="728230"/>
                  <a:pt x="759759" y="719265"/>
                </a:cubicBezTo>
                <a:cubicBezTo>
                  <a:pt x="1053353" y="710300"/>
                  <a:pt x="1432112" y="1299729"/>
                  <a:pt x="1761565" y="1183188"/>
                </a:cubicBezTo>
                <a:cubicBezTo>
                  <a:pt x="2091018" y="1066647"/>
                  <a:pt x="2463054" y="124233"/>
                  <a:pt x="2736477" y="20018"/>
                </a:cubicBezTo>
                <a:cubicBezTo>
                  <a:pt x="3009900" y="-84197"/>
                  <a:pt x="3206003" y="236851"/>
                  <a:pt x="3402106" y="5579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8A027C3-4417-FB2F-717D-057DB21DCCDE}"/>
              </a:ext>
            </a:extLst>
          </p:cNvPr>
          <p:cNvSpPr/>
          <p:nvPr/>
        </p:nvSpPr>
        <p:spPr>
          <a:xfrm>
            <a:off x="3415553" y="4727505"/>
            <a:ext cx="127789" cy="1277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120F99EA-6961-E130-772B-3AE17F9E202B}"/>
              </a:ext>
            </a:extLst>
          </p:cNvPr>
          <p:cNvSpPr/>
          <p:nvPr/>
        </p:nvSpPr>
        <p:spPr>
          <a:xfrm>
            <a:off x="3543342" y="4546943"/>
            <a:ext cx="127789" cy="1277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6E5FF1C-A743-BC41-0C8D-BCF93FDC6ACC}"/>
              </a:ext>
            </a:extLst>
          </p:cNvPr>
          <p:cNvSpPr/>
          <p:nvPr/>
        </p:nvSpPr>
        <p:spPr>
          <a:xfrm>
            <a:off x="3972655" y="4477466"/>
            <a:ext cx="127789" cy="1277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B6DD8A9-E57E-FB23-525F-6BC7877E5CF0}"/>
              </a:ext>
            </a:extLst>
          </p:cNvPr>
          <p:cNvSpPr/>
          <p:nvPr/>
        </p:nvSpPr>
        <p:spPr>
          <a:xfrm>
            <a:off x="4206816" y="4781666"/>
            <a:ext cx="127789" cy="1277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7E93B1D-565D-0D3D-D4AC-EDA90C8ACDE5}"/>
              </a:ext>
            </a:extLst>
          </p:cNvPr>
          <p:cNvSpPr/>
          <p:nvPr/>
        </p:nvSpPr>
        <p:spPr>
          <a:xfrm>
            <a:off x="2935941" y="5424134"/>
            <a:ext cx="127789" cy="1277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C88322C1-3D75-FE18-6C3A-DA250FB50DAA}"/>
              </a:ext>
            </a:extLst>
          </p:cNvPr>
          <p:cNvSpPr/>
          <p:nvPr/>
        </p:nvSpPr>
        <p:spPr>
          <a:xfrm>
            <a:off x="2109587" y="5327018"/>
            <a:ext cx="127789" cy="1277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8798D87-69E4-2154-2EF0-2B1DCFB640FC}"/>
              </a:ext>
            </a:extLst>
          </p:cNvPr>
          <p:cNvSpPr/>
          <p:nvPr/>
        </p:nvSpPr>
        <p:spPr>
          <a:xfrm>
            <a:off x="1058934" y="5545530"/>
            <a:ext cx="127789" cy="1277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3B6BDC0-B591-6A2A-DCD4-BB129C7897C8}"/>
              </a:ext>
            </a:extLst>
          </p:cNvPr>
          <p:cNvSpPr/>
          <p:nvPr/>
        </p:nvSpPr>
        <p:spPr>
          <a:xfrm>
            <a:off x="4100444" y="4620454"/>
            <a:ext cx="127789" cy="1277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41F2DDB-2FC2-D5D3-9407-6849B2CBCCA3}"/>
              </a:ext>
            </a:extLst>
          </p:cNvPr>
          <p:cNvGrpSpPr/>
          <p:nvPr/>
        </p:nvGrpSpPr>
        <p:grpSpPr>
          <a:xfrm>
            <a:off x="3331112" y="5716450"/>
            <a:ext cx="1090902" cy="173640"/>
            <a:chOff x="4355194" y="3082720"/>
            <a:chExt cx="1090902" cy="173640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38C417F3-BBD6-2A08-B258-A4F4DFEC5031}"/>
                </a:ext>
              </a:extLst>
            </p:cNvPr>
            <p:cNvGrpSpPr/>
            <p:nvPr/>
          </p:nvGrpSpPr>
          <p:grpSpPr>
            <a:xfrm>
              <a:off x="4355194" y="3082720"/>
              <a:ext cx="353880" cy="160200"/>
              <a:chOff x="3195075" y="3094192"/>
              <a:chExt cx="353880" cy="160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51" name="잉크 50">
                    <a:extLst>
                      <a:ext uri="{FF2B5EF4-FFF2-40B4-BE49-F238E27FC236}">
                        <a16:creationId xmlns:a16="http://schemas.microsoft.com/office/drawing/2014/main" id="{C4994C11-8954-04C4-B332-EE6BBA19C5EE}"/>
                      </a:ext>
                    </a:extLst>
                  </p14:cNvPr>
                  <p14:cNvContentPartPr/>
                  <p14:nvPr/>
                </p14:nvContentPartPr>
                <p14:xfrm>
                  <a:off x="3195075" y="3094192"/>
                  <a:ext cx="46080" cy="136800"/>
                </p14:xfrm>
              </p:contentPart>
            </mc:Choice>
            <mc:Fallback xmlns="">
              <p:pic>
                <p:nvPicPr>
                  <p:cNvPr id="99" name="잉크 98">
                    <a:extLst>
                      <a:ext uri="{FF2B5EF4-FFF2-40B4-BE49-F238E27FC236}">
                        <a16:creationId xmlns:a16="http://schemas.microsoft.com/office/drawing/2014/main" id="{72DCB422-38B2-E8AA-62C5-74B30F36AFB5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3189002" y="3088072"/>
                    <a:ext cx="58225" cy="149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52" name="잉크 51">
                    <a:extLst>
                      <a:ext uri="{FF2B5EF4-FFF2-40B4-BE49-F238E27FC236}">
                        <a16:creationId xmlns:a16="http://schemas.microsoft.com/office/drawing/2014/main" id="{9ED0CEF3-FA36-A9FB-9922-E60561392D59}"/>
                      </a:ext>
                    </a:extLst>
                  </p14:cNvPr>
                  <p14:cNvContentPartPr/>
                  <p14:nvPr/>
                </p14:nvContentPartPr>
                <p14:xfrm>
                  <a:off x="3264555" y="3123352"/>
                  <a:ext cx="30600" cy="95760"/>
                </p14:xfrm>
              </p:contentPart>
            </mc:Choice>
            <mc:Fallback xmlns="">
              <p:pic>
                <p:nvPicPr>
                  <p:cNvPr id="100" name="잉크 99">
                    <a:extLst>
                      <a:ext uri="{FF2B5EF4-FFF2-40B4-BE49-F238E27FC236}">
                        <a16:creationId xmlns:a16="http://schemas.microsoft.com/office/drawing/2014/main" id="{41AB4693-0855-46C5-CF57-67B6E7966187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3258435" y="3117209"/>
                    <a:ext cx="42840" cy="10804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53" name="잉크 52">
                    <a:extLst>
                      <a:ext uri="{FF2B5EF4-FFF2-40B4-BE49-F238E27FC236}">
                        <a16:creationId xmlns:a16="http://schemas.microsoft.com/office/drawing/2014/main" id="{795F333B-A7DB-9741-CF0A-82301E2A43A8}"/>
                      </a:ext>
                    </a:extLst>
                  </p14:cNvPr>
                  <p14:cNvContentPartPr/>
                  <p14:nvPr/>
                </p14:nvContentPartPr>
                <p14:xfrm>
                  <a:off x="3264555" y="3218752"/>
                  <a:ext cx="360" cy="360"/>
                </p14:xfrm>
              </p:contentPart>
            </mc:Choice>
            <mc:Fallback xmlns="">
              <p:pic>
                <p:nvPicPr>
                  <p:cNvPr id="101" name="잉크 100">
                    <a:extLst>
                      <a:ext uri="{FF2B5EF4-FFF2-40B4-BE49-F238E27FC236}">
                        <a16:creationId xmlns:a16="http://schemas.microsoft.com/office/drawing/2014/main" id="{32A29370-1ED2-D7F8-881B-0C1787F1BCFC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3258435" y="3212632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54" name="잉크 53">
                    <a:extLst>
                      <a:ext uri="{FF2B5EF4-FFF2-40B4-BE49-F238E27FC236}">
                        <a16:creationId xmlns:a16="http://schemas.microsoft.com/office/drawing/2014/main" id="{46A39AC3-6058-F277-BCEF-EB29AAD90A84}"/>
                      </a:ext>
                    </a:extLst>
                  </p14:cNvPr>
                  <p14:cNvContentPartPr/>
                  <p14:nvPr/>
                </p14:nvContentPartPr>
                <p14:xfrm>
                  <a:off x="3337275" y="3129832"/>
                  <a:ext cx="34920" cy="91800"/>
                </p14:xfrm>
              </p:contentPart>
            </mc:Choice>
            <mc:Fallback xmlns="">
              <p:pic>
                <p:nvPicPr>
                  <p:cNvPr id="102" name="잉크 101">
                    <a:extLst>
                      <a:ext uri="{FF2B5EF4-FFF2-40B4-BE49-F238E27FC236}">
                        <a16:creationId xmlns:a16="http://schemas.microsoft.com/office/drawing/2014/main" id="{B3878C0F-2DA6-4BE1-1F69-286A55749B78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3331155" y="3123688"/>
                    <a:ext cx="47160" cy="10408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55" name="잉크 54">
                    <a:extLst>
                      <a:ext uri="{FF2B5EF4-FFF2-40B4-BE49-F238E27FC236}">
                        <a16:creationId xmlns:a16="http://schemas.microsoft.com/office/drawing/2014/main" id="{BC3E2E6B-16CB-0074-3B4C-4D8309638E8E}"/>
                      </a:ext>
                    </a:extLst>
                  </p14:cNvPr>
                  <p14:cNvContentPartPr/>
                  <p14:nvPr/>
                </p14:nvContentPartPr>
                <p14:xfrm>
                  <a:off x="3441315" y="3124072"/>
                  <a:ext cx="29520" cy="96120"/>
                </p14:xfrm>
              </p:contentPart>
            </mc:Choice>
            <mc:Fallback xmlns="">
              <p:pic>
                <p:nvPicPr>
                  <p:cNvPr id="103" name="잉크 102">
                    <a:extLst>
                      <a:ext uri="{FF2B5EF4-FFF2-40B4-BE49-F238E27FC236}">
                        <a16:creationId xmlns:a16="http://schemas.microsoft.com/office/drawing/2014/main" id="{E9B9DCAF-7DC2-BEE0-B74B-710E8BBA0409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3435195" y="3117952"/>
                    <a:ext cx="41760" cy="108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">
                <p14:nvContentPartPr>
                  <p14:cNvPr id="56" name="잉크 55">
                    <a:extLst>
                      <a:ext uri="{FF2B5EF4-FFF2-40B4-BE49-F238E27FC236}">
                        <a16:creationId xmlns:a16="http://schemas.microsoft.com/office/drawing/2014/main" id="{46EA5531-FAB1-A8FC-0D43-B5064D739743}"/>
                      </a:ext>
                    </a:extLst>
                  </p14:cNvPr>
                  <p14:cNvContentPartPr/>
                  <p14:nvPr/>
                </p14:nvContentPartPr>
                <p14:xfrm>
                  <a:off x="3401715" y="3126232"/>
                  <a:ext cx="39960" cy="95040"/>
                </p14:xfrm>
              </p:contentPart>
            </mc:Choice>
            <mc:Fallback xmlns="">
              <p:pic>
                <p:nvPicPr>
                  <p:cNvPr id="104" name="잉크 103">
                    <a:extLst>
                      <a:ext uri="{FF2B5EF4-FFF2-40B4-BE49-F238E27FC236}">
                        <a16:creationId xmlns:a16="http://schemas.microsoft.com/office/drawing/2014/main" id="{285F6DC0-F809-D931-DE63-51348A2EC761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3395650" y="3120112"/>
                    <a:ext cx="52091" cy="107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57" name="잉크 56">
                    <a:extLst>
                      <a:ext uri="{FF2B5EF4-FFF2-40B4-BE49-F238E27FC236}">
                        <a16:creationId xmlns:a16="http://schemas.microsoft.com/office/drawing/2014/main" id="{E91F9383-00C4-4BD6-3BD8-D14983DC2B9E}"/>
                      </a:ext>
                    </a:extLst>
                  </p14:cNvPr>
                  <p14:cNvContentPartPr/>
                  <p14:nvPr/>
                </p14:nvContentPartPr>
                <p14:xfrm>
                  <a:off x="3548595" y="3139912"/>
                  <a:ext cx="360" cy="360"/>
                </p14:xfrm>
              </p:contentPart>
            </mc:Choice>
            <mc:Fallback xmlns="">
              <p:pic>
                <p:nvPicPr>
                  <p:cNvPr id="105" name="잉크 104">
                    <a:extLst>
                      <a:ext uri="{FF2B5EF4-FFF2-40B4-BE49-F238E27FC236}">
                        <a16:creationId xmlns:a16="http://schemas.microsoft.com/office/drawing/2014/main" id="{68525529-6890-3023-B698-687B455CAE4F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3542475" y="3133792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">
                <p14:nvContentPartPr>
                  <p14:cNvPr id="58" name="잉크 57">
                    <a:extLst>
                      <a:ext uri="{FF2B5EF4-FFF2-40B4-BE49-F238E27FC236}">
                        <a16:creationId xmlns:a16="http://schemas.microsoft.com/office/drawing/2014/main" id="{B278A22D-FA78-C032-57CF-BEC7E25DA96A}"/>
                      </a:ext>
                    </a:extLst>
                  </p14:cNvPr>
                  <p14:cNvContentPartPr/>
                  <p14:nvPr/>
                </p14:nvContentPartPr>
                <p14:xfrm>
                  <a:off x="3493875" y="3139912"/>
                  <a:ext cx="55080" cy="114480"/>
                </p14:xfrm>
              </p:contentPart>
            </mc:Choice>
            <mc:Fallback xmlns="">
              <p:pic>
                <p:nvPicPr>
                  <p:cNvPr id="106" name="잉크 105">
                    <a:extLst>
                      <a:ext uri="{FF2B5EF4-FFF2-40B4-BE49-F238E27FC236}">
                        <a16:creationId xmlns:a16="http://schemas.microsoft.com/office/drawing/2014/main" id="{4E70E25D-AB40-9DCA-EAD5-38D68EBB2624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3487755" y="3133792"/>
                    <a:ext cx="67320" cy="126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59" name="잉크 58">
                    <a:extLst>
                      <a:ext uri="{FF2B5EF4-FFF2-40B4-BE49-F238E27FC236}">
                        <a16:creationId xmlns:a16="http://schemas.microsoft.com/office/drawing/2014/main" id="{BC538D9D-E32E-F86D-3C76-1766A7B1A276}"/>
                      </a:ext>
                    </a:extLst>
                  </p14:cNvPr>
                  <p14:cNvContentPartPr/>
                  <p14:nvPr/>
                </p14:nvContentPartPr>
                <p14:xfrm>
                  <a:off x="3302355" y="3128032"/>
                  <a:ext cx="36000" cy="85320"/>
                </p14:xfrm>
              </p:contentPart>
            </mc:Choice>
            <mc:Fallback xmlns="">
              <p:pic>
                <p:nvPicPr>
                  <p:cNvPr id="107" name="잉크 106">
                    <a:extLst>
                      <a:ext uri="{FF2B5EF4-FFF2-40B4-BE49-F238E27FC236}">
                        <a16:creationId xmlns:a16="http://schemas.microsoft.com/office/drawing/2014/main" id="{B13E5214-BAEE-99B6-8C7E-2B02AC398E35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3296235" y="3121912"/>
                    <a:ext cx="48240" cy="97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">
                <p14:nvContentPartPr>
                  <p14:cNvPr id="60" name="잉크 59">
                    <a:extLst>
                      <a:ext uri="{FF2B5EF4-FFF2-40B4-BE49-F238E27FC236}">
                        <a16:creationId xmlns:a16="http://schemas.microsoft.com/office/drawing/2014/main" id="{5FB432E5-D53E-33EF-6389-509F99944BB3}"/>
                      </a:ext>
                    </a:extLst>
                  </p14:cNvPr>
                  <p14:cNvContentPartPr/>
                  <p14:nvPr/>
                </p14:nvContentPartPr>
                <p14:xfrm>
                  <a:off x="3226395" y="3105712"/>
                  <a:ext cx="55440" cy="129240"/>
                </p14:xfrm>
              </p:contentPart>
            </mc:Choice>
            <mc:Fallback xmlns="">
              <p:pic>
                <p:nvPicPr>
                  <p:cNvPr id="108" name="잉크 107">
                    <a:extLst>
                      <a:ext uri="{FF2B5EF4-FFF2-40B4-BE49-F238E27FC236}">
                        <a16:creationId xmlns:a16="http://schemas.microsoft.com/office/drawing/2014/main" id="{C9598DD0-2768-39AD-2D7B-073B0DCCCEE8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3220275" y="3099592"/>
                    <a:ext cx="67680" cy="1414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92369F2F-0412-4F23-4254-C466C3E6E5EF}"/>
                </a:ext>
              </a:extLst>
            </p:cNvPr>
            <p:cNvGrpSpPr/>
            <p:nvPr/>
          </p:nvGrpSpPr>
          <p:grpSpPr>
            <a:xfrm>
              <a:off x="5092216" y="3096160"/>
              <a:ext cx="353880" cy="160200"/>
              <a:chOff x="3195075" y="3094192"/>
              <a:chExt cx="353880" cy="160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4">
                <p14:nvContentPartPr>
                  <p14:cNvPr id="41" name="잉크 40">
                    <a:extLst>
                      <a:ext uri="{FF2B5EF4-FFF2-40B4-BE49-F238E27FC236}">
                        <a16:creationId xmlns:a16="http://schemas.microsoft.com/office/drawing/2014/main" id="{1D04C07E-1FC6-1A7F-98FF-E8B6921F7246}"/>
                      </a:ext>
                    </a:extLst>
                  </p14:cNvPr>
                  <p14:cNvContentPartPr/>
                  <p14:nvPr/>
                </p14:nvContentPartPr>
                <p14:xfrm>
                  <a:off x="3195075" y="3094192"/>
                  <a:ext cx="46080" cy="136800"/>
                </p14:xfrm>
              </p:contentPart>
            </mc:Choice>
            <mc:Fallback xmlns="">
              <p:pic>
                <p:nvPicPr>
                  <p:cNvPr id="110" name="잉크 109">
                    <a:extLst>
                      <a:ext uri="{FF2B5EF4-FFF2-40B4-BE49-F238E27FC236}">
                        <a16:creationId xmlns:a16="http://schemas.microsoft.com/office/drawing/2014/main" id="{9604D170-18F6-E4E7-D89A-702A16F73DD6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3189002" y="3088072"/>
                    <a:ext cx="58225" cy="149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5">
                <p14:nvContentPartPr>
                  <p14:cNvPr id="42" name="잉크 41">
                    <a:extLst>
                      <a:ext uri="{FF2B5EF4-FFF2-40B4-BE49-F238E27FC236}">
                        <a16:creationId xmlns:a16="http://schemas.microsoft.com/office/drawing/2014/main" id="{02818EB6-5108-38DE-567C-28BDD064F0ED}"/>
                      </a:ext>
                    </a:extLst>
                  </p14:cNvPr>
                  <p14:cNvContentPartPr/>
                  <p14:nvPr/>
                </p14:nvContentPartPr>
                <p14:xfrm>
                  <a:off x="3264555" y="3123352"/>
                  <a:ext cx="30600" cy="95760"/>
                </p14:xfrm>
              </p:contentPart>
            </mc:Choice>
            <mc:Fallback xmlns="">
              <p:pic>
                <p:nvPicPr>
                  <p:cNvPr id="111" name="잉크 110">
                    <a:extLst>
                      <a:ext uri="{FF2B5EF4-FFF2-40B4-BE49-F238E27FC236}">
                        <a16:creationId xmlns:a16="http://schemas.microsoft.com/office/drawing/2014/main" id="{535DC480-C868-2B91-FBBB-29FFDA557C6D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3258435" y="3117209"/>
                    <a:ext cx="42840" cy="10804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6">
                <p14:nvContentPartPr>
                  <p14:cNvPr id="43" name="잉크 42">
                    <a:extLst>
                      <a:ext uri="{FF2B5EF4-FFF2-40B4-BE49-F238E27FC236}">
                        <a16:creationId xmlns:a16="http://schemas.microsoft.com/office/drawing/2014/main" id="{F7AFCA71-0EBE-F1C2-51D9-5441D7D420D2}"/>
                      </a:ext>
                    </a:extLst>
                  </p14:cNvPr>
                  <p14:cNvContentPartPr/>
                  <p14:nvPr/>
                </p14:nvContentPartPr>
                <p14:xfrm>
                  <a:off x="3264555" y="3218752"/>
                  <a:ext cx="360" cy="360"/>
                </p14:xfrm>
              </p:contentPart>
            </mc:Choice>
            <mc:Fallback xmlns="">
              <p:pic>
                <p:nvPicPr>
                  <p:cNvPr id="112" name="잉크 111">
                    <a:extLst>
                      <a:ext uri="{FF2B5EF4-FFF2-40B4-BE49-F238E27FC236}">
                        <a16:creationId xmlns:a16="http://schemas.microsoft.com/office/drawing/2014/main" id="{4A4D70F3-E41E-734D-6E72-FA4D758BA76E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3258435" y="3212632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7">
                <p14:nvContentPartPr>
                  <p14:cNvPr id="44" name="잉크 43">
                    <a:extLst>
                      <a:ext uri="{FF2B5EF4-FFF2-40B4-BE49-F238E27FC236}">
                        <a16:creationId xmlns:a16="http://schemas.microsoft.com/office/drawing/2014/main" id="{4A4C836A-5A7E-4D8B-3D5A-C3C61907ECC7}"/>
                      </a:ext>
                    </a:extLst>
                  </p14:cNvPr>
                  <p14:cNvContentPartPr/>
                  <p14:nvPr/>
                </p14:nvContentPartPr>
                <p14:xfrm>
                  <a:off x="3337275" y="3129832"/>
                  <a:ext cx="34920" cy="91800"/>
                </p14:xfrm>
              </p:contentPart>
            </mc:Choice>
            <mc:Fallback xmlns="">
              <p:pic>
                <p:nvPicPr>
                  <p:cNvPr id="113" name="잉크 112">
                    <a:extLst>
                      <a:ext uri="{FF2B5EF4-FFF2-40B4-BE49-F238E27FC236}">
                        <a16:creationId xmlns:a16="http://schemas.microsoft.com/office/drawing/2014/main" id="{A14B004B-EF9B-7758-3A7C-589F7C579E39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3331155" y="3123688"/>
                    <a:ext cx="47160" cy="10408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8">
                <p14:nvContentPartPr>
                  <p14:cNvPr id="45" name="잉크 44">
                    <a:extLst>
                      <a:ext uri="{FF2B5EF4-FFF2-40B4-BE49-F238E27FC236}">
                        <a16:creationId xmlns:a16="http://schemas.microsoft.com/office/drawing/2014/main" id="{456429BB-137E-0744-7AF3-AA01EEABC4BA}"/>
                      </a:ext>
                    </a:extLst>
                  </p14:cNvPr>
                  <p14:cNvContentPartPr/>
                  <p14:nvPr/>
                </p14:nvContentPartPr>
                <p14:xfrm>
                  <a:off x="3441315" y="3124072"/>
                  <a:ext cx="29520" cy="96120"/>
                </p14:xfrm>
              </p:contentPart>
            </mc:Choice>
            <mc:Fallback xmlns="">
              <p:pic>
                <p:nvPicPr>
                  <p:cNvPr id="114" name="잉크 113">
                    <a:extLst>
                      <a:ext uri="{FF2B5EF4-FFF2-40B4-BE49-F238E27FC236}">
                        <a16:creationId xmlns:a16="http://schemas.microsoft.com/office/drawing/2014/main" id="{95DF0D4E-D29D-A0B6-E2F4-CDD3EA2C1414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3435195" y="3117952"/>
                    <a:ext cx="41760" cy="108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9">
                <p14:nvContentPartPr>
                  <p14:cNvPr id="46" name="잉크 45">
                    <a:extLst>
                      <a:ext uri="{FF2B5EF4-FFF2-40B4-BE49-F238E27FC236}">
                        <a16:creationId xmlns:a16="http://schemas.microsoft.com/office/drawing/2014/main" id="{8582EFC3-8635-4455-4B60-548370AEAB40}"/>
                      </a:ext>
                    </a:extLst>
                  </p14:cNvPr>
                  <p14:cNvContentPartPr/>
                  <p14:nvPr/>
                </p14:nvContentPartPr>
                <p14:xfrm>
                  <a:off x="3401715" y="3126232"/>
                  <a:ext cx="39960" cy="95040"/>
                </p14:xfrm>
              </p:contentPart>
            </mc:Choice>
            <mc:Fallback xmlns="">
              <p:pic>
                <p:nvPicPr>
                  <p:cNvPr id="115" name="잉크 114">
                    <a:extLst>
                      <a:ext uri="{FF2B5EF4-FFF2-40B4-BE49-F238E27FC236}">
                        <a16:creationId xmlns:a16="http://schemas.microsoft.com/office/drawing/2014/main" id="{E5543EF7-D1AB-D0D3-51DD-A2DB1FC4996A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3395650" y="3120112"/>
                    <a:ext cx="52091" cy="107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0">
                <p14:nvContentPartPr>
                  <p14:cNvPr id="47" name="잉크 46">
                    <a:extLst>
                      <a:ext uri="{FF2B5EF4-FFF2-40B4-BE49-F238E27FC236}">
                        <a16:creationId xmlns:a16="http://schemas.microsoft.com/office/drawing/2014/main" id="{3BD85B8E-93BD-E6CF-F3C6-4A07580458A0}"/>
                      </a:ext>
                    </a:extLst>
                  </p14:cNvPr>
                  <p14:cNvContentPartPr/>
                  <p14:nvPr/>
                </p14:nvContentPartPr>
                <p14:xfrm>
                  <a:off x="3548595" y="3139912"/>
                  <a:ext cx="360" cy="360"/>
                </p14:xfrm>
              </p:contentPart>
            </mc:Choice>
            <mc:Fallback xmlns="">
              <p:pic>
                <p:nvPicPr>
                  <p:cNvPr id="116" name="잉크 115">
                    <a:extLst>
                      <a:ext uri="{FF2B5EF4-FFF2-40B4-BE49-F238E27FC236}">
                        <a16:creationId xmlns:a16="http://schemas.microsoft.com/office/drawing/2014/main" id="{7CB0FF3F-4161-D494-395C-EEC072E5ECF1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3542475" y="3133792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1">
                <p14:nvContentPartPr>
                  <p14:cNvPr id="48" name="잉크 47">
                    <a:extLst>
                      <a:ext uri="{FF2B5EF4-FFF2-40B4-BE49-F238E27FC236}">
                        <a16:creationId xmlns:a16="http://schemas.microsoft.com/office/drawing/2014/main" id="{89511CB5-0F7C-31FD-15D9-041146D6A679}"/>
                      </a:ext>
                    </a:extLst>
                  </p14:cNvPr>
                  <p14:cNvContentPartPr/>
                  <p14:nvPr/>
                </p14:nvContentPartPr>
                <p14:xfrm>
                  <a:off x="3493875" y="3139912"/>
                  <a:ext cx="55080" cy="114480"/>
                </p14:xfrm>
              </p:contentPart>
            </mc:Choice>
            <mc:Fallback xmlns="">
              <p:pic>
                <p:nvPicPr>
                  <p:cNvPr id="117" name="잉크 116">
                    <a:extLst>
                      <a:ext uri="{FF2B5EF4-FFF2-40B4-BE49-F238E27FC236}">
                        <a16:creationId xmlns:a16="http://schemas.microsoft.com/office/drawing/2014/main" id="{A1794001-35ED-DD0F-673D-E1DF17B38E75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3487755" y="3133792"/>
                    <a:ext cx="67320" cy="126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2">
                <p14:nvContentPartPr>
                  <p14:cNvPr id="49" name="잉크 48">
                    <a:extLst>
                      <a:ext uri="{FF2B5EF4-FFF2-40B4-BE49-F238E27FC236}">
                        <a16:creationId xmlns:a16="http://schemas.microsoft.com/office/drawing/2014/main" id="{276561C1-78DF-C6C2-2312-959CAD401ED4}"/>
                      </a:ext>
                    </a:extLst>
                  </p14:cNvPr>
                  <p14:cNvContentPartPr/>
                  <p14:nvPr/>
                </p14:nvContentPartPr>
                <p14:xfrm>
                  <a:off x="3302355" y="3128032"/>
                  <a:ext cx="36000" cy="85320"/>
                </p14:xfrm>
              </p:contentPart>
            </mc:Choice>
            <mc:Fallback xmlns="">
              <p:pic>
                <p:nvPicPr>
                  <p:cNvPr id="118" name="잉크 117">
                    <a:extLst>
                      <a:ext uri="{FF2B5EF4-FFF2-40B4-BE49-F238E27FC236}">
                        <a16:creationId xmlns:a16="http://schemas.microsoft.com/office/drawing/2014/main" id="{EE1A313E-C682-4C4A-65DC-A6A28AB38BA8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3296235" y="3121912"/>
                    <a:ext cx="48240" cy="97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3">
                <p14:nvContentPartPr>
                  <p14:cNvPr id="50" name="잉크 49">
                    <a:extLst>
                      <a:ext uri="{FF2B5EF4-FFF2-40B4-BE49-F238E27FC236}">
                        <a16:creationId xmlns:a16="http://schemas.microsoft.com/office/drawing/2014/main" id="{A8B7E2BA-4821-12B9-09FD-C566ED5E7480}"/>
                      </a:ext>
                    </a:extLst>
                  </p14:cNvPr>
                  <p14:cNvContentPartPr/>
                  <p14:nvPr/>
                </p14:nvContentPartPr>
                <p14:xfrm>
                  <a:off x="3226395" y="3105712"/>
                  <a:ext cx="55440" cy="129240"/>
                </p14:xfrm>
              </p:contentPart>
            </mc:Choice>
            <mc:Fallback xmlns="">
              <p:pic>
                <p:nvPicPr>
                  <p:cNvPr id="119" name="잉크 118">
                    <a:extLst>
                      <a:ext uri="{FF2B5EF4-FFF2-40B4-BE49-F238E27FC236}">
                        <a16:creationId xmlns:a16="http://schemas.microsoft.com/office/drawing/2014/main" id="{1F6C2655-200F-D6E3-4311-A9502E54F2A0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3220275" y="3099592"/>
                    <a:ext cx="67680" cy="1414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AF53F3C2-CFA4-2DE8-74FB-02436BDE2062}"/>
                </a:ext>
              </a:extLst>
            </p:cNvPr>
            <p:cNvGrpSpPr/>
            <p:nvPr/>
          </p:nvGrpSpPr>
          <p:grpSpPr>
            <a:xfrm>
              <a:off x="4728205" y="3096160"/>
              <a:ext cx="353880" cy="160200"/>
              <a:chOff x="3195075" y="3094192"/>
              <a:chExt cx="353880" cy="160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4">
                <p14:nvContentPartPr>
                  <p14:cNvPr id="31" name="잉크 30">
                    <a:extLst>
                      <a:ext uri="{FF2B5EF4-FFF2-40B4-BE49-F238E27FC236}">
                        <a16:creationId xmlns:a16="http://schemas.microsoft.com/office/drawing/2014/main" id="{8D3DA48B-11B8-650F-1B81-76081FC0CBC2}"/>
                      </a:ext>
                    </a:extLst>
                  </p14:cNvPr>
                  <p14:cNvContentPartPr/>
                  <p14:nvPr/>
                </p14:nvContentPartPr>
                <p14:xfrm>
                  <a:off x="3195075" y="3094192"/>
                  <a:ext cx="46080" cy="136800"/>
                </p14:xfrm>
              </p:contentPart>
            </mc:Choice>
            <mc:Fallback xmlns="">
              <p:pic>
                <p:nvPicPr>
                  <p:cNvPr id="121" name="잉크 120">
                    <a:extLst>
                      <a:ext uri="{FF2B5EF4-FFF2-40B4-BE49-F238E27FC236}">
                        <a16:creationId xmlns:a16="http://schemas.microsoft.com/office/drawing/2014/main" id="{F65645BC-1B9D-22C3-FFDA-E1BD3365BF07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3189002" y="3088072"/>
                    <a:ext cx="58225" cy="149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5">
                <p14:nvContentPartPr>
                  <p14:cNvPr id="32" name="잉크 31">
                    <a:extLst>
                      <a:ext uri="{FF2B5EF4-FFF2-40B4-BE49-F238E27FC236}">
                        <a16:creationId xmlns:a16="http://schemas.microsoft.com/office/drawing/2014/main" id="{3A0F3F39-0F09-9CB5-C696-6103479D8090}"/>
                      </a:ext>
                    </a:extLst>
                  </p14:cNvPr>
                  <p14:cNvContentPartPr/>
                  <p14:nvPr/>
                </p14:nvContentPartPr>
                <p14:xfrm>
                  <a:off x="3264555" y="3123352"/>
                  <a:ext cx="30600" cy="95760"/>
                </p14:xfrm>
              </p:contentPart>
            </mc:Choice>
            <mc:Fallback xmlns="">
              <p:pic>
                <p:nvPicPr>
                  <p:cNvPr id="122" name="잉크 121">
                    <a:extLst>
                      <a:ext uri="{FF2B5EF4-FFF2-40B4-BE49-F238E27FC236}">
                        <a16:creationId xmlns:a16="http://schemas.microsoft.com/office/drawing/2014/main" id="{FFEFE323-F867-EE12-6430-A581BECF66E1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3258435" y="3117209"/>
                    <a:ext cx="42840" cy="10804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6">
                <p14:nvContentPartPr>
                  <p14:cNvPr id="33" name="잉크 32">
                    <a:extLst>
                      <a:ext uri="{FF2B5EF4-FFF2-40B4-BE49-F238E27FC236}">
                        <a16:creationId xmlns:a16="http://schemas.microsoft.com/office/drawing/2014/main" id="{9D377652-E359-D0A2-9614-59101FD72F5B}"/>
                      </a:ext>
                    </a:extLst>
                  </p14:cNvPr>
                  <p14:cNvContentPartPr/>
                  <p14:nvPr/>
                </p14:nvContentPartPr>
                <p14:xfrm>
                  <a:off x="3264555" y="3218752"/>
                  <a:ext cx="360" cy="360"/>
                </p14:xfrm>
              </p:contentPart>
            </mc:Choice>
            <mc:Fallback xmlns="">
              <p:pic>
                <p:nvPicPr>
                  <p:cNvPr id="123" name="잉크 122">
                    <a:extLst>
                      <a:ext uri="{FF2B5EF4-FFF2-40B4-BE49-F238E27FC236}">
                        <a16:creationId xmlns:a16="http://schemas.microsoft.com/office/drawing/2014/main" id="{67509CCF-384D-BA9D-BD19-1BEC30CFF6D3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3258435" y="3212632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7">
                <p14:nvContentPartPr>
                  <p14:cNvPr id="34" name="잉크 33">
                    <a:extLst>
                      <a:ext uri="{FF2B5EF4-FFF2-40B4-BE49-F238E27FC236}">
                        <a16:creationId xmlns:a16="http://schemas.microsoft.com/office/drawing/2014/main" id="{75BC5CD1-4986-4C47-392D-B920B096BBBC}"/>
                      </a:ext>
                    </a:extLst>
                  </p14:cNvPr>
                  <p14:cNvContentPartPr/>
                  <p14:nvPr/>
                </p14:nvContentPartPr>
                <p14:xfrm>
                  <a:off x="3337275" y="3129832"/>
                  <a:ext cx="34920" cy="91800"/>
                </p14:xfrm>
              </p:contentPart>
            </mc:Choice>
            <mc:Fallback xmlns="">
              <p:pic>
                <p:nvPicPr>
                  <p:cNvPr id="124" name="잉크 123">
                    <a:extLst>
                      <a:ext uri="{FF2B5EF4-FFF2-40B4-BE49-F238E27FC236}">
                        <a16:creationId xmlns:a16="http://schemas.microsoft.com/office/drawing/2014/main" id="{CAFC1F7A-9FD7-4339-EA80-170A5DC86BD1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3331155" y="3123688"/>
                    <a:ext cx="47160" cy="10408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8">
                <p14:nvContentPartPr>
                  <p14:cNvPr id="35" name="잉크 34">
                    <a:extLst>
                      <a:ext uri="{FF2B5EF4-FFF2-40B4-BE49-F238E27FC236}">
                        <a16:creationId xmlns:a16="http://schemas.microsoft.com/office/drawing/2014/main" id="{C22399CE-0645-1314-4A02-52B7FCEEB641}"/>
                      </a:ext>
                    </a:extLst>
                  </p14:cNvPr>
                  <p14:cNvContentPartPr/>
                  <p14:nvPr/>
                </p14:nvContentPartPr>
                <p14:xfrm>
                  <a:off x="3441315" y="3124072"/>
                  <a:ext cx="29520" cy="96120"/>
                </p14:xfrm>
              </p:contentPart>
            </mc:Choice>
            <mc:Fallback xmlns="">
              <p:pic>
                <p:nvPicPr>
                  <p:cNvPr id="125" name="잉크 124">
                    <a:extLst>
                      <a:ext uri="{FF2B5EF4-FFF2-40B4-BE49-F238E27FC236}">
                        <a16:creationId xmlns:a16="http://schemas.microsoft.com/office/drawing/2014/main" id="{A042BAC5-A585-F979-897B-450EB8877017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3435195" y="3117952"/>
                    <a:ext cx="41760" cy="108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9">
                <p14:nvContentPartPr>
                  <p14:cNvPr id="36" name="잉크 35">
                    <a:extLst>
                      <a:ext uri="{FF2B5EF4-FFF2-40B4-BE49-F238E27FC236}">
                        <a16:creationId xmlns:a16="http://schemas.microsoft.com/office/drawing/2014/main" id="{1589723C-8487-10B4-3E4A-550F26025E47}"/>
                      </a:ext>
                    </a:extLst>
                  </p14:cNvPr>
                  <p14:cNvContentPartPr/>
                  <p14:nvPr/>
                </p14:nvContentPartPr>
                <p14:xfrm>
                  <a:off x="3401715" y="3126232"/>
                  <a:ext cx="39960" cy="95040"/>
                </p14:xfrm>
              </p:contentPart>
            </mc:Choice>
            <mc:Fallback xmlns="">
              <p:pic>
                <p:nvPicPr>
                  <p:cNvPr id="126" name="잉크 125">
                    <a:extLst>
                      <a:ext uri="{FF2B5EF4-FFF2-40B4-BE49-F238E27FC236}">
                        <a16:creationId xmlns:a16="http://schemas.microsoft.com/office/drawing/2014/main" id="{72CDAB78-003E-C23E-2457-2220EA8993DB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3395650" y="3120112"/>
                    <a:ext cx="52091" cy="107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0">
                <p14:nvContentPartPr>
                  <p14:cNvPr id="37" name="잉크 36">
                    <a:extLst>
                      <a:ext uri="{FF2B5EF4-FFF2-40B4-BE49-F238E27FC236}">
                        <a16:creationId xmlns:a16="http://schemas.microsoft.com/office/drawing/2014/main" id="{34EC35C7-3E2C-2E7B-9FFE-0C3D447BED9C}"/>
                      </a:ext>
                    </a:extLst>
                  </p14:cNvPr>
                  <p14:cNvContentPartPr/>
                  <p14:nvPr/>
                </p14:nvContentPartPr>
                <p14:xfrm>
                  <a:off x="3548595" y="3139912"/>
                  <a:ext cx="360" cy="360"/>
                </p14:xfrm>
              </p:contentPart>
            </mc:Choice>
            <mc:Fallback xmlns="">
              <p:pic>
                <p:nvPicPr>
                  <p:cNvPr id="127" name="잉크 126">
                    <a:extLst>
                      <a:ext uri="{FF2B5EF4-FFF2-40B4-BE49-F238E27FC236}">
                        <a16:creationId xmlns:a16="http://schemas.microsoft.com/office/drawing/2014/main" id="{2DE3A90F-C35E-DD84-1FCF-53C903B07AB9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3542475" y="3133792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1">
                <p14:nvContentPartPr>
                  <p14:cNvPr id="38" name="잉크 37">
                    <a:extLst>
                      <a:ext uri="{FF2B5EF4-FFF2-40B4-BE49-F238E27FC236}">
                        <a16:creationId xmlns:a16="http://schemas.microsoft.com/office/drawing/2014/main" id="{A5D4C9DE-9402-E75C-CAA5-D71E29FCA6FB}"/>
                      </a:ext>
                    </a:extLst>
                  </p14:cNvPr>
                  <p14:cNvContentPartPr/>
                  <p14:nvPr/>
                </p14:nvContentPartPr>
                <p14:xfrm>
                  <a:off x="3493875" y="3139912"/>
                  <a:ext cx="55080" cy="114480"/>
                </p14:xfrm>
              </p:contentPart>
            </mc:Choice>
            <mc:Fallback xmlns="">
              <p:pic>
                <p:nvPicPr>
                  <p:cNvPr id="128" name="잉크 127">
                    <a:extLst>
                      <a:ext uri="{FF2B5EF4-FFF2-40B4-BE49-F238E27FC236}">
                        <a16:creationId xmlns:a16="http://schemas.microsoft.com/office/drawing/2014/main" id="{F64FD72C-26E6-14FB-6934-A38F8B290726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3487755" y="3133792"/>
                    <a:ext cx="67320" cy="126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2">
                <p14:nvContentPartPr>
                  <p14:cNvPr id="39" name="잉크 38">
                    <a:extLst>
                      <a:ext uri="{FF2B5EF4-FFF2-40B4-BE49-F238E27FC236}">
                        <a16:creationId xmlns:a16="http://schemas.microsoft.com/office/drawing/2014/main" id="{167A721F-F010-AA5B-3659-DC777C55EE7C}"/>
                      </a:ext>
                    </a:extLst>
                  </p14:cNvPr>
                  <p14:cNvContentPartPr/>
                  <p14:nvPr/>
                </p14:nvContentPartPr>
                <p14:xfrm>
                  <a:off x="3302355" y="3128032"/>
                  <a:ext cx="36000" cy="85320"/>
                </p14:xfrm>
              </p:contentPart>
            </mc:Choice>
            <mc:Fallback xmlns="">
              <p:pic>
                <p:nvPicPr>
                  <p:cNvPr id="129" name="잉크 128">
                    <a:extLst>
                      <a:ext uri="{FF2B5EF4-FFF2-40B4-BE49-F238E27FC236}">
                        <a16:creationId xmlns:a16="http://schemas.microsoft.com/office/drawing/2014/main" id="{22E01F29-DE46-5034-693B-E862D5116FF7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3296235" y="3121912"/>
                    <a:ext cx="48240" cy="97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3">
                <p14:nvContentPartPr>
                  <p14:cNvPr id="40" name="잉크 39">
                    <a:extLst>
                      <a:ext uri="{FF2B5EF4-FFF2-40B4-BE49-F238E27FC236}">
                        <a16:creationId xmlns:a16="http://schemas.microsoft.com/office/drawing/2014/main" id="{E7666BA7-59F0-B770-3F9D-43818C36C54A}"/>
                      </a:ext>
                    </a:extLst>
                  </p14:cNvPr>
                  <p14:cNvContentPartPr/>
                  <p14:nvPr/>
                </p14:nvContentPartPr>
                <p14:xfrm>
                  <a:off x="3226395" y="3105712"/>
                  <a:ext cx="55440" cy="129240"/>
                </p14:xfrm>
              </p:contentPart>
            </mc:Choice>
            <mc:Fallback xmlns="">
              <p:pic>
                <p:nvPicPr>
                  <p:cNvPr id="130" name="잉크 129">
                    <a:extLst>
                      <a:ext uri="{FF2B5EF4-FFF2-40B4-BE49-F238E27FC236}">
                        <a16:creationId xmlns:a16="http://schemas.microsoft.com/office/drawing/2014/main" id="{8301467D-AA1C-A5BD-113F-6DBF358439A7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3220275" y="3099592"/>
                    <a:ext cx="67680" cy="14148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6F34F32-5B18-307C-366C-7E429D614388}"/>
                  </a:ext>
                </a:extLst>
              </p:cNvPr>
              <p:cNvSpPr txBox="1"/>
              <p:nvPr/>
            </p:nvSpPr>
            <p:spPr>
              <a:xfrm>
                <a:off x="111418" y="5918067"/>
                <a:ext cx="479791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ko-KR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최적점 </a:t>
                </a:r>
                <a14:m>
                  <m:oMath xmlns:m="http://schemas.openxmlformats.org/officeDocument/2006/math">
                    <m:r>
                      <a:rPr kumimoji="1" lang="en-US" altLang="ko-KR" sz="160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kumimoji="1" lang="en-US" altLang="ko-KR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*</a:t>
                </a:r>
                <a:r>
                  <a:rPr kumimoji="1" lang="ko-KR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의 </a:t>
                </a:r>
                <a:r>
                  <a:rPr kumimoji="1" lang="en-US" altLang="ko-KR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prior</a:t>
                </a:r>
                <a:r>
                  <a:rPr kumimoji="1" lang="ko-KR" altLang="en-US" sz="16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를</a:t>
                </a:r>
                <a:r>
                  <a:rPr kumimoji="1" lang="ko-KR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이 정도로 적당하게 줄 수 있다</a:t>
                </a:r>
                <a:r>
                  <a:rPr kumimoji="1" lang="en-US" altLang="ko-KR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1" lang="ko-KR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6F34F32-5B18-307C-366C-7E429D614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18" y="5918067"/>
                <a:ext cx="4797917" cy="338554"/>
              </a:xfrm>
              <a:prstGeom prst="rect">
                <a:avLst/>
              </a:prstGeom>
              <a:blipFill>
                <a:blip r:embed="rId64"/>
                <a:stretch>
                  <a:fillRect l="-528" t="-7407" b="-25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B94A3830-28B9-82B5-3755-0D7D1D5C6910}"/>
              </a:ext>
            </a:extLst>
          </p:cNvPr>
          <p:cNvCxnSpPr>
            <a:cxnSpLocks/>
          </p:cNvCxnSpPr>
          <p:nvPr/>
        </p:nvCxnSpPr>
        <p:spPr>
          <a:xfrm>
            <a:off x="5235356" y="5801929"/>
            <a:ext cx="36434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자유형 64">
            <a:extLst>
              <a:ext uri="{FF2B5EF4-FFF2-40B4-BE49-F238E27FC236}">
                <a16:creationId xmlns:a16="http://schemas.microsoft.com/office/drawing/2014/main" id="{C01F851F-5A75-3E82-88B9-83DEF5FF43C9}"/>
              </a:ext>
            </a:extLst>
          </p:cNvPr>
          <p:cNvSpPr/>
          <p:nvPr/>
        </p:nvSpPr>
        <p:spPr>
          <a:xfrm>
            <a:off x="5367098" y="4490993"/>
            <a:ext cx="3402106" cy="1236977"/>
          </a:xfrm>
          <a:custGeom>
            <a:avLst/>
            <a:gdLst>
              <a:gd name="csX0" fmla="*/ 0 w 3402106"/>
              <a:gd name="csY0" fmla="*/ 1236977 h 1236977"/>
              <a:gd name="csX1" fmla="*/ 759759 w 3402106"/>
              <a:gd name="csY1" fmla="*/ 719265 h 1236977"/>
              <a:gd name="csX2" fmla="*/ 1761565 w 3402106"/>
              <a:gd name="csY2" fmla="*/ 1183188 h 1236977"/>
              <a:gd name="csX3" fmla="*/ 2736477 w 3402106"/>
              <a:gd name="csY3" fmla="*/ 20018 h 1236977"/>
              <a:gd name="csX4" fmla="*/ 3402106 w 3402106"/>
              <a:gd name="csY4" fmla="*/ 557900 h 1236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402106" h="1236977">
                <a:moveTo>
                  <a:pt x="0" y="1236977"/>
                </a:moveTo>
                <a:cubicBezTo>
                  <a:pt x="233082" y="982603"/>
                  <a:pt x="466165" y="728230"/>
                  <a:pt x="759759" y="719265"/>
                </a:cubicBezTo>
                <a:cubicBezTo>
                  <a:pt x="1053353" y="710300"/>
                  <a:pt x="1432112" y="1299729"/>
                  <a:pt x="1761565" y="1183188"/>
                </a:cubicBezTo>
                <a:cubicBezTo>
                  <a:pt x="2091018" y="1066647"/>
                  <a:pt x="2463054" y="124233"/>
                  <a:pt x="2736477" y="20018"/>
                </a:cubicBezTo>
                <a:cubicBezTo>
                  <a:pt x="3009900" y="-84197"/>
                  <a:pt x="3206003" y="236851"/>
                  <a:pt x="3402106" y="5579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429550F7-41EB-DC08-95ED-953063914135}"/>
              </a:ext>
            </a:extLst>
          </p:cNvPr>
          <p:cNvSpPr/>
          <p:nvPr/>
        </p:nvSpPr>
        <p:spPr>
          <a:xfrm>
            <a:off x="7762743" y="4726164"/>
            <a:ext cx="127789" cy="1277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A8DAF062-8981-8499-FE01-EFFE0FCE17FB}"/>
              </a:ext>
            </a:extLst>
          </p:cNvPr>
          <p:cNvSpPr/>
          <p:nvPr/>
        </p:nvSpPr>
        <p:spPr>
          <a:xfrm>
            <a:off x="7890532" y="4545602"/>
            <a:ext cx="127789" cy="1277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8BEC54E9-4E30-2DC0-32BE-A2EA6D35C1F4}"/>
              </a:ext>
            </a:extLst>
          </p:cNvPr>
          <p:cNvSpPr/>
          <p:nvPr/>
        </p:nvSpPr>
        <p:spPr>
          <a:xfrm>
            <a:off x="8319845" y="4476125"/>
            <a:ext cx="127789" cy="1277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A818CD38-0049-60AA-7EF1-E9B301907514}"/>
              </a:ext>
            </a:extLst>
          </p:cNvPr>
          <p:cNvSpPr/>
          <p:nvPr/>
        </p:nvSpPr>
        <p:spPr>
          <a:xfrm>
            <a:off x="8554006" y="4780325"/>
            <a:ext cx="127789" cy="1277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B2250E60-215C-9B1A-DF84-A39530CC2C1F}"/>
              </a:ext>
            </a:extLst>
          </p:cNvPr>
          <p:cNvSpPr/>
          <p:nvPr/>
        </p:nvSpPr>
        <p:spPr>
          <a:xfrm>
            <a:off x="7283131" y="5422793"/>
            <a:ext cx="127789" cy="1277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618CE7A6-DA3B-F2ED-6DC6-2650EFE48276}"/>
              </a:ext>
            </a:extLst>
          </p:cNvPr>
          <p:cNvSpPr/>
          <p:nvPr/>
        </p:nvSpPr>
        <p:spPr>
          <a:xfrm>
            <a:off x="6456777" y="5325677"/>
            <a:ext cx="127789" cy="1277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0CF019FE-A839-B191-AD59-B07702380588}"/>
              </a:ext>
            </a:extLst>
          </p:cNvPr>
          <p:cNvSpPr/>
          <p:nvPr/>
        </p:nvSpPr>
        <p:spPr>
          <a:xfrm>
            <a:off x="5406124" y="5544189"/>
            <a:ext cx="127789" cy="1277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07DA603E-71F2-60E8-69A6-62D7E7448134}"/>
              </a:ext>
            </a:extLst>
          </p:cNvPr>
          <p:cNvSpPr/>
          <p:nvPr/>
        </p:nvSpPr>
        <p:spPr>
          <a:xfrm>
            <a:off x="8447634" y="4619113"/>
            <a:ext cx="127789" cy="1277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BC89EC69-05A8-97AB-38EC-B3BCC282EF27}"/>
              </a:ext>
            </a:extLst>
          </p:cNvPr>
          <p:cNvGrpSpPr/>
          <p:nvPr/>
        </p:nvGrpSpPr>
        <p:grpSpPr>
          <a:xfrm>
            <a:off x="7678302" y="5715109"/>
            <a:ext cx="1090902" cy="173640"/>
            <a:chOff x="4355194" y="3082720"/>
            <a:chExt cx="1090902" cy="173640"/>
          </a:xfrm>
        </p:grpSpPr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85D6B637-CC50-BF19-9793-0D018284AAF9}"/>
                </a:ext>
              </a:extLst>
            </p:cNvPr>
            <p:cNvGrpSpPr/>
            <p:nvPr/>
          </p:nvGrpSpPr>
          <p:grpSpPr>
            <a:xfrm>
              <a:off x="4355194" y="3082720"/>
              <a:ext cx="353880" cy="160200"/>
              <a:chOff x="3195075" y="3094192"/>
              <a:chExt cx="353880" cy="160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5">
                <p14:nvContentPartPr>
                  <p14:cNvPr id="98" name="잉크 97">
                    <a:extLst>
                      <a:ext uri="{FF2B5EF4-FFF2-40B4-BE49-F238E27FC236}">
                        <a16:creationId xmlns:a16="http://schemas.microsoft.com/office/drawing/2014/main" id="{D860CA14-577A-007C-29D7-C0DD84CB2420}"/>
                      </a:ext>
                    </a:extLst>
                  </p14:cNvPr>
                  <p14:cNvContentPartPr/>
                  <p14:nvPr/>
                </p14:nvContentPartPr>
                <p14:xfrm>
                  <a:off x="3195075" y="3094192"/>
                  <a:ext cx="46080" cy="136800"/>
                </p14:xfrm>
              </p:contentPart>
            </mc:Choice>
            <mc:Fallback xmlns="">
              <p:pic>
                <p:nvPicPr>
                  <p:cNvPr id="99" name="잉크 98">
                    <a:extLst>
                      <a:ext uri="{FF2B5EF4-FFF2-40B4-BE49-F238E27FC236}">
                        <a16:creationId xmlns:a16="http://schemas.microsoft.com/office/drawing/2014/main" id="{72DCB422-38B2-E8AA-62C5-74B30F36AFB5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3189002" y="3088072"/>
                    <a:ext cx="58225" cy="149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6">
                <p14:nvContentPartPr>
                  <p14:cNvPr id="99" name="잉크 98">
                    <a:extLst>
                      <a:ext uri="{FF2B5EF4-FFF2-40B4-BE49-F238E27FC236}">
                        <a16:creationId xmlns:a16="http://schemas.microsoft.com/office/drawing/2014/main" id="{9AAFCF26-0D48-ACDE-0974-8BAC24E5D673}"/>
                      </a:ext>
                    </a:extLst>
                  </p14:cNvPr>
                  <p14:cNvContentPartPr/>
                  <p14:nvPr/>
                </p14:nvContentPartPr>
                <p14:xfrm>
                  <a:off x="3264555" y="3123352"/>
                  <a:ext cx="30600" cy="95760"/>
                </p14:xfrm>
              </p:contentPart>
            </mc:Choice>
            <mc:Fallback xmlns="">
              <p:pic>
                <p:nvPicPr>
                  <p:cNvPr id="100" name="잉크 99">
                    <a:extLst>
                      <a:ext uri="{FF2B5EF4-FFF2-40B4-BE49-F238E27FC236}">
                        <a16:creationId xmlns:a16="http://schemas.microsoft.com/office/drawing/2014/main" id="{41AB4693-0855-46C5-CF57-67B6E7966187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3258435" y="3117209"/>
                    <a:ext cx="42840" cy="10804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7">
                <p14:nvContentPartPr>
                  <p14:cNvPr id="100" name="잉크 99">
                    <a:extLst>
                      <a:ext uri="{FF2B5EF4-FFF2-40B4-BE49-F238E27FC236}">
                        <a16:creationId xmlns:a16="http://schemas.microsoft.com/office/drawing/2014/main" id="{C4A96D89-3123-A220-5AD6-CC33472DC782}"/>
                      </a:ext>
                    </a:extLst>
                  </p14:cNvPr>
                  <p14:cNvContentPartPr/>
                  <p14:nvPr/>
                </p14:nvContentPartPr>
                <p14:xfrm>
                  <a:off x="3264555" y="3218752"/>
                  <a:ext cx="360" cy="360"/>
                </p14:xfrm>
              </p:contentPart>
            </mc:Choice>
            <mc:Fallback xmlns="">
              <p:pic>
                <p:nvPicPr>
                  <p:cNvPr id="101" name="잉크 100">
                    <a:extLst>
                      <a:ext uri="{FF2B5EF4-FFF2-40B4-BE49-F238E27FC236}">
                        <a16:creationId xmlns:a16="http://schemas.microsoft.com/office/drawing/2014/main" id="{32A29370-1ED2-D7F8-881B-0C1787F1BCFC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3258435" y="3212632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8">
                <p14:nvContentPartPr>
                  <p14:cNvPr id="101" name="잉크 100">
                    <a:extLst>
                      <a:ext uri="{FF2B5EF4-FFF2-40B4-BE49-F238E27FC236}">
                        <a16:creationId xmlns:a16="http://schemas.microsoft.com/office/drawing/2014/main" id="{68D2C1C8-318E-DC66-B048-553BC7473426}"/>
                      </a:ext>
                    </a:extLst>
                  </p14:cNvPr>
                  <p14:cNvContentPartPr/>
                  <p14:nvPr/>
                </p14:nvContentPartPr>
                <p14:xfrm>
                  <a:off x="3337275" y="3129832"/>
                  <a:ext cx="34920" cy="91800"/>
                </p14:xfrm>
              </p:contentPart>
            </mc:Choice>
            <mc:Fallback xmlns="">
              <p:pic>
                <p:nvPicPr>
                  <p:cNvPr id="102" name="잉크 101">
                    <a:extLst>
                      <a:ext uri="{FF2B5EF4-FFF2-40B4-BE49-F238E27FC236}">
                        <a16:creationId xmlns:a16="http://schemas.microsoft.com/office/drawing/2014/main" id="{B3878C0F-2DA6-4BE1-1F69-286A55749B78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3331155" y="3123688"/>
                    <a:ext cx="47160" cy="10408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9">
                <p14:nvContentPartPr>
                  <p14:cNvPr id="102" name="잉크 101">
                    <a:extLst>
                      <a:ext uri="{FF2B5EF4-FFF2-40B4-BE49-F238E27FC236}">
                        <a16:creationId xmlns:a16="http://schemas.microsoft.com/office/drawing/2014/main" id="{2C3EF907-6067-8F6C-B026-A2CB6C62729B}"/>
                      </a:ext>
                    </a:extLst>
                  </p14:cNvPr>
                  <p14:cNvContentPartPr/>
                  <p14:nvPr/>
                </p14:nvContentPartPr>
                <p14:xfrm>
                  <a:off x="3441315" y="3124072"/>
                  <a:ext cx="29520" cy="96120"/>
                </p14:xfrm>
              </p:contentPart>
            </mc:Choice>
            <mc:Fallback xmlns="">
              <p:pic>
                <p:nvPicPr>
                  <p:cNvPr id="103" name="잉크 102">
                    <a:extLst>
                      <a:ext uri="{FF2B5EF4-FFF2-40B4-BE49-F238E27FC236}">
                        <a16:creationId xmlns:a16="http://schemas.microsoft.com/office/drawing/2014/main" id="{E9B9DCAF-7DC2-BEE0-B74B-710E8BBA0409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3435195" y="3117952"/>
                    <a:ext cx="41760" cy="108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0">
                <p14:nvContentPartPr>
                  <p14:cNvPr id="103" name="잉크 102">
                    <a:extLst>
                      <a:ext uri="{FF2B5EF4-FFF2-40B4-BE49-F238E27FC236}">
                        <a16:creationId xmlns:a16="http://schemas.microsoft.com/office/drawing/2014/main" id="{F7343ED6-1A64-8D60-4735-FD09AE5467F8}"/>
                      </a:ext>
                    </a:extLst>
                  </p14:cNvPr>
                  <p14:cNvContentPartPr/>
                  <p14:nvPr/>
                </p14:nvContentPartPr>
                <p14:xfrm>
                  <a:off x="3401715" y="3126232"/>
                  <a:ext cx="39960" cy="95040"/>
                </p14:xfrm>
              </p:contentPart>
            </mc:Choice>
            <mc:Fallback xmlns="">
              <p:pic>
                <p:nvPicPr>
                  <p:cNvPr id="104" name="잉크 103">
                    <a:extLst>
                      <a:ext uri="{FF2B5EF4-FFF2-40B4-BE49-F238E27FC236}">
                        <a16:creationId xmlns:a16="http://schemas.microsoft.com/office/drawing/2014/main" id="{285F6DC0-F809-D931-DE63-51348A2EC761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3395650" y="3120112"/>
                    <a:ext cx="52091" cy="107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1">
                <p14:nvContentPartPr>
                  <p14:cNvPr id="104" name="잉크 103">
                    <a:extLst>
                      <a:ext uri="{FF2B5EF4-FFF2-40B4-BE49-F238E27FC236}">
                        <a16:creationId xmlns:a16="http://schemas.microsoft.com/office/drawing/2014/main" id="{412C63ED-4BB5-9F7C-37BE-04E28F909FE1}"/>
                      </a:ext>
                    </a:extLst>
                  </p14:cNvPr>
                  <p14:cNvContentPartPr/>
                  <p14:nvPr/>
                </p14:nvContentPartPr>
                <p14:xfrm>
                  <a:off x="3548595" y="3139912"/>
                  <a:ext cx="360" cy="360"/>
                </p14:xfrm>
              </p:contentPart>
            </mc:Choice>
            <mc:Fallback xmlns="">
              <p:pic>
                <p:nvPicPr>
                  <p:cNvPr id="105" name="잉크 104">
                    <a:extLst>
                      <a:ext uri="{FF2B5EF4-FFF2-40B4-BE49-F238E27FC236}">
                        <a16:creationId xmlns:a16="http://schemas.microsoft.com/office/drawing/2014/main" id="{68525529-6890-3023-B698-687B455CAE4F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3542475" y="3133792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2">
                <p14:nvContentPartPr>
                  <p14:cNvPr id="105" name="잉크 104">
                    <a:extLst>
                      <a:ext uri="{FF2B5EF4-FFF2-40B4-BE49-F238E27FC236}">
                        <a16:creationId xmlns:a16="http://schemas.microsoft.com/office/drawing/2014/main" id="{7A9FEAA1-20E3-0C31-D4CB-8867115343F3}"/>
                      </a:ext>
                    </a:extLst>
                  </p14:cNvPr>
                  <p14:cNvContentPartPr/>
                  <p14:nvPr/>
                </p14:nvContentPartPr>
                <p14:xfrm>
                  <a:off x="3493875" y="3139912"/>
                  <a:ext cx="55080" cy="114480"/>
                </p14:xfrm>
              </p:contentPart>
            </mc:Choice>
            <mc:Fallback xmlns="">
              <p:pic>
                <p:nvPicPr>
                  <p:cNvPr id="106" name="잉크 105">
                    <a:extLst>
                      <a:ext uri="{FF2B5EF4-FFF2-40B4-BE49-F238E27FC236}">
                        <a16:creationId xmlns:a16="http://schemas.microsoft.com/office/drawing/2014/main" id="{4E70E25D-AB40-9DCA-EAD5-38D68EBB2624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3487755" y="3133792"/>
                    <a:ext cx="67320" cy="126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3">
                <p14:nvContentPartPr>
                  <p14:cNvPr id="106" name="잉크 105">
                    <a:extLst>
                      <a:ext uri="{FF2B5EF4-FFF2-40B4-BE49-F238E27FC236}">
                        <a16:creationId xmlns:a16="http://schemas.microsoft.com/office/drawing/2014/main" id="{B02F3EED-DF1C-D1B2-3C13-3DDD2E8E8473}"/>
                      </a:ext>
                    </a:extLst>
                  </p14:cNvPr>
                  <p14:cNvContentPartPr/>
                  <p14:nvPr/>
                </p14:nvContentPartPr>
                <p14:xfrm>
                  <a:off x="3302355" y="3128032"/>
                  <a:ext cx="36000" cy="85320"/>
                </p14:xfrm>
              </p:contentPart>
            </mc:Choice>
            <mc:Fallback xmlns="">
              <p:pic>
                <p:nvPicPr>
                  <p:cNvPr id="107" name="잉크 106">
                    <a:extLst>
                      <a:ext uri="{FF2B5EF4-FFF2-40B4-BE49-F238E27FC236}">
                        <a16:creationId xmlns:a16="http://schemas.microsoft.com/office/drawing/2014/main" id="{B13E5214-BAEE-99B6-8C7E-2B02AC398E35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3296235" y="3121912"/>
                    <a:ext cx="48240" cy="97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4">
                <p14:nvContentPartPr>
                  <p14:cNvPr id="107" name="잉크 106">
                    <a:extLst>
                      <a:ext uri="{FF2B5EF4-FFF2-40B4-BE49-F238E27FC236}">
                        <a16:creationId xmlns:a16="http://schemas.microsoft.com/office/drawing/2014/main" id="{90C5145B-0480-FFAD-7084-658162ABD5D6}"/>
                      </a:ext>
                    </a:extLst>
                  </p14:cNvPr>
                  <p14:cNvContentPartPr/>
                  <p14:nvPr/>
                </p14:nvContentPartPr>
                <p14:xfrm>
                  <a:off x="3226395" y="3105712"/>
                  <a:ext cx="55440" cy="129240"/>
                </p14:xfrm>
              </p:contentPart>
            </mc:Choice>
            <mc:Fallback xmlns="">
              <p:pic>
                <p:nvPicPr>
                  <p:cNvPr id="108" name="잉크 107">
                    <a:extLst>
                      <a:ext uri="{FF2B5EF4-FFF2-40B4-BE49-F238E27FC236}">
                        <a16:creationId xmlns:a16="http://schemas.microsoft.com/office/drawing/2014/main" id="{C9598DD0-2768-39AD-2D7B-073B0DCCCEE8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3220275" y="3099592"/>
                    <a:ext cx="67680" cy="1414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024B9162-ABC2-986C-9C9A-399C9E543389}"/>
                </a:ext>
              </a:extLst>
            </p:cNvPr>
            <p:cNvGrpSpPr/>
            <p:nvPr/>
          </p:nvGrpSpPr>
          <p:grpSpPr>
            <a:xfrm>
              <a:off x="5092216" y="3096160"/>
              <a:ext cx="353880" cy="160200"/>
              <a:chOff x="3195075" y="3094192"/>
              <a:chExt cx="353880" cy="160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75">
                <p14:nvContentPartPr>
                  <p14:cNvPr id="88" name="잉크 87">
                    <a:extLst>
                      <a:ext uri="{FF2B5EF4-FFF2-40B4-BE49-F238E27FC236}">
                        <a16:creationId xmlns:a16="http://schemas.microsoft.com/office/drawing/2014/main" id="{16A23EF2-406F-0327-4CFC-D211DF3B3EE9}"/>
                      </a:ext>
                    </a:extLst>
                  </p14:cNvPr>
                  <p14:cNvContentPartPr/>
                  <p14:nvPr/>
                </p14:nvContentPartPr>
                <p14:xfrm>
                  <a:off x="3195075" y="3094192"/>
                  <a:ext cx="46080" cy="136800"/>
                </p14:xfrm>
              </p:contentPart>
            </mc:Choice>
            <mc:Fallback xmlns="">
              <p:pic>
                <p:nvPicPr>
                  <p:cNvPr id="110" name="잉크 109">
                    <a:extLst>
                      <a:ext uri="{FF2B5EF4-FFF2-40B4-BE49-F238E27FC236}">
                        <a16:creationId xmlns:a16="http://schemas.microsoft.com/office/drawing/2014/main" id="{9604D170-18F6-E4E7-D89A-702A16F73DD6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3189002" y="3088072"/>
                    <a:ext cx="58225" cy="149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6">
                <p14:nvContentPartPr>
                  <p14:cNvPr id="89" name="잉크 88">
                    <a:extLst>
                      <a:ext uri="{FF2B5EF4-FFF2-40B4-BE49-F238E27FC236}">
                        <a16:creationId xmlns:a16="http://schemas.microsoft.com/office/drawing/2014/main" id="{5E9CED67-DFFC-E7EE-74E7-B262D9430770}"/>
                      </a:ext>
                    </a:extLst>
                  </p14:cNvPr>
                  <p14:cNvContentPartPr/>
                  <p14:nvPr/>
                </p14:nvContentPartPr>
                <p14:xfrm>
                  <a:off x="3264555" y="3123352"/>
                  <a:ext cx="30600" cy="95760"/>
                </p14:xfrm>
              </p:contentPart>
            </mc:Choice>
            <mc:Fallback xmlns="">
              <p:pic>
                <p:nvPicPr>
                  <p:cNvPr id="111" name="잉크 110">
                    <a:extLst>
                      <a:ext uri="{FF2B5EF4-FFF2-40B4-BE49-F238E27FC236}">
                        <a16:creationId xmlns:a16="http://schemas.microsoft.com/office/drawing/2014/main" id="{535DC480-C868-2B91-FBBB-29FFDA557C6D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3258435" y="3117209"/>
                    <a:ext cx="42840" cy="10804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7">
                <p14:nvContentPartPr>
                  <p14:cNvPr id="90" name="잉크 89">
                    <a:extLst>
                      <a:ext uri="{FF2B5EF4-FFF2-40B4-BE49-F238E27FC236}">
                        <a16:creationId xmlns:a16="http://schemas.microsoft.com/office/drawing/2014/main" id="{70439C9B-4590-01D5-BA54-4DFB197D5FA3}"/>
                      </a:ext>
                    </a:extLst>
                  </p14:cNvPr>
                  <p14:cNvContentPartPr/>
                  <p14:nvPr/>
                </p14:nvContentPartPr>
                <p14:xfrm>
                  <a:off x="3264555" y="3218752"/>
                  <a:ext cx="360" cy="360"/>
                </p14:xfrm>
              </p:contentPart>
            </mc:Choice>
            <mc:Fallback xmlns="">
              <p:pic>
                <p:nvPicPr>
                  <p:cNvPr id="112" name="잉크 111">
                    <a:extLst>
                      <a:ext uri="{FF2B5EF4-FFF2-40B4-BE49-F238E27FC236}">
                        <a16:creationId xmlns:a16="http://schemas.microsoft.com/office/drawing/2014/main" id="{4A4D70F3-E41E-734D-6E72-FA4D758BA76E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3258435" y="3212632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8">
                <p14:nvContentPartPr>
                  <p14:cNvPr id="91" name="잉크 90">
                    <a:extLst>
                      <a:ext uri="{FF2B5EF4-FFF2-40B4-BE49-F238E27FC236}">
                        <a16:creationId xmlns:a16="http://schemas.microsoft.com/office/drawing/2014/main" id="{30D946BA-36B6-5F84-38B5-BCD49C8BAFB5}"/>
                      </a:ext>
                    </a:extLst>
                  </p14:cNvPr>
                  <p14:cNvContentPartPr/>
                  <p14:nvPr/>
                </p14:nvContentPartPr>
                <p14:xfrm>
                  <a:off x="3337275" y="3129832"/>
                  <a:ext cx="34920" cy="91800"/>
                </p14:xfrm>
              </p:contentPart>
            </mc:Choice>
            <mc:Fallback xmlns="">
              <p:pic>
                <p:nvPicPr>
                  <p:cNvPr id="113" name="잉크 112">
                    <a:extLst>
                      <a:ext uri="{FF2B5EF4-FFF2-40B4-BE49-F238E27FC236}">
                        <a16:creationId xmlns:a16="http://schemas.microsoft.com/office/drawing/2014/main" id="{A14B004B-EF9B-7758-3A7C-589F7C579E39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3331155" y="3123688"/>
                    <a:ext cx="47160" cy="10408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9">
                <p14:nvContentPartPr>
                  <p14:cNvPr id="92" name="잉크 91">
                    <a:extLst>
                      <a:ext uri="{FF2B5EF4-FFF2-40B4-BE49-F238E27FC236}">
                        <a16:creationId xmlns:a16="http://schemas.microsoft.com/office/drawing/2014/main" id="{81FAC5CA-5BF1-C36F-2EB4-0A332B5BB340}"/>
                      </a:ext>
                    </a:extLst>
                  </p14:cNvPr>
                  <p14:cNvContentPartPr/>
                  <p14:nvPr/>
                </p14:nvContentPartPr>
                <p14:xfrm>
                  <a:off x="3441315" y="3124072"/>
                  <a:ext cx="29520" cy="96120"/>
                </p14:xfrm>
              </p:contentPart>
            </mc:Choice>
            <mc:Fallback xmlns="">
              <p:pic>
                <p:nvPicPr>
                  <p:cNvPr id="114" name="잉크 113">
                    <a:extLst>
                      <a:ext uri="{FF2B5EF4-FFF2-40B4-BE49-F238E27FC236}">
                        <a16:creationId xmlns:a16="http://schemas.microsoft.com/office/drawing/2014/main" id="{95DF0D4E-D29D-A0B6-E2F4-CDD3EA2C1414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3435195" y="3117952"/>
                    <a:ext cx="41760" cy="108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0">
                <p14:nvContentPartPr>
                  <p14:cNvPr id="93" name="잉크 92">
                    <a:extLst>
                      <a:ext uri="{FF2B5EF4-FFF2-40B4-BE49-F238E27FC236}">
                        <a16:creationId xmlns:a16="http://schemas.microsoft.com/office/drawing/2014/main" id="{02E252BA-E0A5-FB99-C30C-4C7DC5E697F9}"/>
                      </a:ext>
                    </a:extLst>
                  </p14:cNvPr>
                  <p14:cNvContentPartPr/>
                  <p14:nvPr/>
                </p14:nvContentPartPr>
                <p14:xfrm>
                  <a:off x="3401715" y="3126232"/>
                  <a:ext cx="39960" cy="95040"/>
                </p14:xfrm>
              </p:contentPart>
            </mc:Choice>
            <mc:Fallback xmlns="">
              <p:pic>
                <p:nvPicPr>
                  <p:cNvPr id="115" name="잉크 114">
                    <a:extLst>
                      <a:ext uri="{FF2B5EF4-FFF2-40B4-BE49-F238E27FC236}">
                        <a16:creationId xmlns:a16="http://schemas.microsoft.com/office/drawing/2014/main" id="{E5543EF7-D1AB-D0D3-51DD-A2DB1FC4996A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3395650" y="3120112"/>
                    <a:ext cx="52091" cy="107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1">
                <p14:nvContentPartPr>
                  <p14:cNvPr id="94" name="잉크 93">
                    <a:extLst>
                      <a:ext uri="{FF2B5EF4-FFF2-40B4-BE49-F238E27FC236}">
                        <a16:creationId xmlns:a16="http://schemas.microsoft.com/office/drawing/2014/main" id="{872797C5-EF4F-BDCF-A6EF-0BF24C491354}"/>
                      </a:ext>
                    </a:extLst>
                  </p14:cNvPr>
                  <p14:cNvContentPartPr/>
                  <p14:nvPr/>
                </p14:nvContentPartPr>
                <p14:xfrm>
                  <a:off x="3548595" y="3139912"/>
                  <a:ext cx="360" cy="360"/>
                </p14:xfrm>
              </p:contentPart>
            </mc:Choice>
            <mc:Fallback xmlns="">
              <p:pic>
                <p:nvPicPr>
                  <p:cNvPr id="116" name="잉크 115">
                    <a:extLst>
                      <a:ext uri="{FF2B5EF4-FFF2-40B4-BE49-F238E27FC236}">
                        <a16:creationId xmlns:a16="http://schemas.microsoft.com/office/drawing/2014/main" id="{7CB0FF3F-4161-D494-395C-EEC072E5ECF1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3542475" y="3133792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2">
                <p14:nvContentPartPr>
                  <p14:cNvPr id="95" name="잉크 94">
                    <a:extLst>
                      <a:ext uri="{FF2B5EF4-FFF2-40B4-BE49-F238E27FC236}">
                        <a16:creationId xmlns:a16="http://schemas.microsoft.com/office/drawing/2014/main" id="{5141D9A0-BD96-C95F-1C4A-DA63756DC957}"/>
                      </a:ext>
                    </a:extLst>
                  </p14:cNvPr>
                  <p14:cNvContentPartPr/>
                  <p14:nvPr/>
                </p14:nvContentPartPr>
                <p14:xfrm>
                  <a:off x="3493875" y="3139912"/>
                  <a:ext cx="55080" cy="114480"/>
                </p14:xfrm>
              </p:contentPart>
            </mc:Choice>
            <mc:Fallback xmlns="">
              <p:pic>
                <p:nvPicPr>
                  <p:cNvPr id="117" name="잉크 116">
                    <a:extLst>
                      <a:ext uri="{FF2B5EF4-FFF2-40B4-BE49-F238E27FC236}">
                        <a16:creationId xmlns:a16="http://schemas.microsoft.com/office/drawing/2014/main" id="{A1794001-35ED-DD0F-673D-E1DF17B38E75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3487755" y="3133792"/>
                    <a:ext cx="67320" cy="126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3">
                <p14:nvContentPartPr>
                  <p14:cNvPr id="96" name="잉크 95">
                    <a:extLst>
                      <a:ext uri="{FF2B5EF4-FFF2-40B4-BE49-F238E27FC236}">
                        <a16:creationId xmlns:a16="http://schemas.microsoft.com/office/drawing/2014/main" id="{0F9C5D20-A78E-06CD-82F6-513C55C41BA5}"/>
                      </a:ext>
                    </a:extLst>
                  </p14:cNvPr>
                  <p14:cNvContentPartPr/>
                  <p14:nvPr/>
                </p14:nvContentPartPr>
                <p14:xfrm>
                  <a:off x="3302355" y="3128032"/>
                  <a:ext cx="36000" cy="85320"/>
                </p14:xfrm>
              </p:contentPart>
            </mc:Choice>
            <mc:Fallback xmlns="">
              <p:pic>
                <p:nvPicPr>
                  <p:cNvPr id="118" name="잉크 117">
                    <a:extLst>
                      <a:ext uri="{FF2B5EF4-FFF2-40B4-BE49-F238E27FC236}">
                        <a16:creationId xmlns:a16="http://schemas.microsoft.com/office/drawing/2014/main" id="{EE1A313E-C682-4C4A-65DC-A6A28AB38BA8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3296235" y="3121912"/>
                    <a:ext cx="48240" cy="97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4">
                <p14:nvContentPartPr>
                  <p14:cNvPr id="97" name="잉크 96">
                    <a:extLst>
                      <a:ext uri="{FF2B5EF4-FFF2-40B4-BE49-F238E27FC236}">
                        <a16:creationId xmlns:a16="http://schemas.microsoft.com/office/drawing/2014/main" id="{C23F63A3-1408-C5A0-6708-935C2EAAC9C2}"/>
                      </a:ext>
                    </a:extLst>
                  </p14:cNvPr>
                  <p14:cNvContentPartPr/>
                  <p14:nvPr/>
                </p14:nvContentPartPr>
                <p14:xfrm>
                  <a:off x="3226395" y="3105712"/>
                  <a:ext cx="55440" cy="129240"/>
                </p14:xfrm>
              </p:contentPart>
            </mc:Choice>
            <mc:Fallback xmlns="">
              <p:pic>
                <p:nvPicPr>
                  <p:cNvPr id="119" name="잉크 118">
                    <a:extLst>
                      <a:ext uri="{FF2B5EF4-FFF2-40B4-BE49-F238E27FC236}">
                        <a16:creationId xmlns:a16="http://schemas.microsoft.com/office/drawing/2014/main" id="{1F6C2655-200F-D6E3-4311-A9502E54F2A0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3220275" y="3099592"/>
                    <a:ext cx="67680" cy="1414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92ED7573-5729-C56B-B8B8-3530E5DA6FDF}"/>
                </a:ext>
              </a:extLst>
            </p:cNvPr>
            <p:cNvGrpSpPr/>
            <p:nvPr/>
          </p:nvGrpSpPr>
          <p:grpSpPr>
            <a:xfrm>
              <a:off x="4728205" y="3096160"/>
              <a:ext cx="353880" cy="160200"/>
              <a:chOff x="3195075" y="3094192"/>
              <a:chExt cx="353880" cy="160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5">
                <p14:nvContentPartPr>
                  <p14:cNvPr id="78" name="잉크 77">
                    <a:extLst>
                      <a:ext uri="{FF2B5EF4-FFF2-40B4-BE49-F238E27FC236}">
                        <a16:creationId xmlns:a16="http://schemas.microsoft.com/office/drawing/2014/main" id="{8D1BD748-32C9-C5D7-89A2-A7395EA037EA}"/>
                      </a:ext>
                    </a:extLst>
                  </p14:cNvPr>
                  <p14:cNvContentPartPr/>
                  <p14:nvPr/>
                </p14:nvContentPartPr>
                <p14:xfrm>
                  <a:off x="3195075" y="3094192"/>
                  <a:ext cx="46080" cy="136800"/>
                </p14:xfrm>
              </p:contentPart>
            </mc:Choice>
            <mc:Fallback xmlns="">
              <p:pic>
                <p:nvPicPr>
                  <p:cNvPr id="121" name="잉크 120">
                    <a:extLst>
                      <a:ext uri="{FF2B5EF4-FFF2-40B4-BE49-F238E27FC236}">
                        <a16:creationId xmlns:a16="http://schemas.microsoft.com/office/drawing/2014/main" id="{F65645BC-1B9D-22C3-FFDA-E1BD3365BF07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3189002" y="3088072"/>
                    <a:ext cx="58225" cy="149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6">
                <p14:nvContentPartPr>
                  <p14:cNvPr id="79" name="잉크 78">
                    <a:extLst>
                      <a:ext uri="{FF2B5EF4-FFF2-40B4-BE49-F238E27FC236}">
                        <a16:creationId xmlns:a16="http://schemas.microsoft.com/office/drawing/2014/main" id="{3E39E7FC-4337-6BCF-330C-F99E57F6C7AD}"/>
                      </a:ext>
                    </a:extLst>
                  </p14:cNvPr>
                  <p14:cNvContentPartPr/>
                  <p14:nvPr/>
                </p14:nvContentPartPr>
                <p14:xfrm>
                  <a:off x="3264555" y="3123352"/>
                  <a:ext cx="30600" cy="95760"/>
                </p14:xfrm>
              </p:contentPart>
            </mc:Choice>
            <mc:Fallback xmlns="">
              <p:pic>
                <p:nvPicPr>
                  <p:cNvPr id="122" name="잉크 121">
                    <a:extLst>
                      <a:ext uri="{FF2B5EF4-FFF2-40B4-BE49-F238E27FC236}">
                        <a16:creationId xmlns:a16="http://schemas.microsoft.com/office/drawing/2014/main" id="{FFEFE323-F867-EE12-6430-A581BECF66E1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3258435" y="3117209"/>
                    <a:ext cx="42840" cy="10804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7">
                <p14:nvContentPartPr>
                  <p14:cNvPr id="80" name="잉크 79">
                    <a:extLst>
                      <a:ext uri="{FF2B5EF4-FFF2-40B4-BE49-F238E27FC236}">
                        <a16:creationId xmlns:a16="http://schemas.microsoft.com/office/drawing/2014/main" id="{35FBCBC3-6654-E7C5-63EF-50DBB0E95E4E}"/>
                      </a:ext>
                    </a:extLst>
                  </p14:cNvPr>
                  <p14:cNvContentPartPr/>
                  <p14:nvPr/>
                </p14:nvContentPartPr>
                <p14:xfrm>
                  <a:off x="3264555" y="3218752"/>
                  <a:ext cx="360" cy="360"/>
                </p14:xfrm>
              </p:contentPart>
            </mc:Choice>
            <mc:Fallback xmlns="">
              <p:pic>
                <p:nvPicPr>
                  <p:cNvPr id="123" name="잉크 122">
                    <a:extLst>
                      <a:ext uri="{FF2B5EF4-FFF2-40B4-BE49-F238E27FC236}">
                        <a16:creationId xmlns:a16="http://schemas.microsoft.com/office/drawing/2014/main" id="{67509CCF-384D-BA9D-BD19-1BEC30CFF6D3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3258435" y="3212632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8">
                <p14:nvContentPartPr>
                  <p14:cNvPr id="81" name="잉크 80">
                    <a:extLst>
                      <a:ext uri="{FF2B5EF4-FFF2-40B4-BE49-F238E27FC236}">
                        <a16:creationId xmlns:a16="http://schemas.microsoft.com/office/drawing/2014/main" id="{4E2FC172-85D4-F07A-457A-5F0F63C4D5CA}"/>
                      </a:ext>
                    </a:extLst>
                  </p14:cNvPr>
                  <p14:cNvContentPartPr/>
                  <p14:nvPr/>
                </p14:nvContentPartPr>
                <p14:xfrm>
                  <a:off x="3337275" y="3129832"/>
                  <a:ext cx="34920" cy="91800"/>
                </p14:xfrm>
              </p:contentPart>
            </mc:Choice>
            <mc:Fallback xmlns="">
              <p:pic>
                <p:nvPicPr>
                  <p:cNvPr id="124" name="잉크 123">
                    <a:extLst>
                      <a:ext uri="{FF2B5EF4-FFF2-40B4-BE49-F238E27FC236}">
                        <a16:creationId xmlns:a16="http://schemas.microsoft.com/office/drawing/2014/main" id="{CAFC1F7A-9FD7-4339-EA80-170A5DC86BD1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3331155" y="3123688"/>
                    <a:ext cx="47160" cy="10408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9">
                <p14:nvContentPartPr>
                  <p14:cNvPr id="82" name="잉크 81">
                    <a:extLst>
                      <a:ext uri="{FF2B5EF4-FFF2-40B4-BE49-F238E27FC236}">
                        <a16:creationId xmlns:a16="http://schemas.microsoft.com/office/drawing/2014/main" id="{E6B6F82E-5C65-E5FB-164E-7B849B02F42C}"/>
                      </a:ext>
                    </a:extLst>
                  </p14:cNvPr>
                  <p14:cNvContentPartPr/>
                  <p14:nvPr/>
                </p14:nvContentPartPr>
                <p14:xfrm>
                  <a:off x="3441315" y="3124072"/>
                  <a:ext cx="29520" cy="96120"/>
                </p14:xfrm>
              </p:contentPart>
            </mc:Choice>
            <mc:Fallback xmlns="">
              <p:pic>
                <p:nvPicPr>
                  <p:cNvPr id="125" name="잉크 124">
                    <a:extLst>
                      <a:ext uri="{FF2B5EF4-FFF2-40B4-BE49-F238E27FC236}">
                        <a16:creationId xmlns:a16="http://schemas.microsoft.com/office/drawing/2014/main" id="{A042BAC5-A585-F979-897B-450EB8877017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3435195" y="3117952"/>
                    <a:ext cx="41760" cy="108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0">
                <p14:nvContentPartPr>
                  <p14:cNvPr id="83" name="잉크 82">
                    <a:extLst>
                      <a:ext uri="{FF2B5EF4-FFF2-40B4-BE49-F238E27FC236}">
                        <a16:creationId xmlns:a16="http://schemas.microsoft.com/office/drawing/2014/main" id="{43B748DB-A388-49B1-C512-7720C03A202A}"/>
                      </a:ext>
                    </a:extLst>
                  </p14:cNvPr>
                  <p14:cNvContentPartPr/>
                  <p14:nvPr/>
                </p14:nvContentPartPr>
                <p14:xfrm>
                  <a:off x="3401715" y="3126232"/>
                  <a:ext cx="39960" cy="95040"/>
                </p14:xfrm>
              </p:contentPart>
            </mc:Choice>
            <mc:Fallback xmlns="">
              <p:pic>
                <p:nvPicPr>
                  <p:cNvPr id="126" name="잉크 125">
                    <a:extLst>
                      <a:ext uri="{FF2B5EF4-FFF2-40B4-BE49-F238E27FC236}">
                        <a16:creationId xmlns:a16="http://schemas.microsoft.com/office/drawing/2014/main" id="{72CDAB78-003E-C23E-2457-2220EA8993DB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3395650" y="3120112"/>
                    <a:ext cx="52091" cy="107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1">
                <p14:nvContentPartPr>
                  <p14:cNvPr id="84" name="잉크 83">
                    <a:extLst>
                      <a:ext uri="{FF2B5EF4-FFF2-40B4-BE49-F238E27FC236}">
                        <a16:creationId xmlns:a16="http://schemas.microsoft.com/office/drawing/2014/main" id="{03DFC622-6911-C4AA-C1F7-AC5C2BAF295F}"/>
                      </a:ext>
                    </a:extLst>
                  </p14:cNvPr>
                  <p14:cNvContentPartPr/>
                  <p14:nvPr/>
                </p14:nvContentPartPr>
                <p14:xfrm>
                  <a:off x="3548595" y="3139912"/>
                  <a:ext cx="360" cy="360"/>
                </p14:xfrm>
              </p:contentPart>
            </mc:Choice>
            <mc:Fallback xmlns="">
              <p:pic>
                <p:nvPicPr>
                  <p:cNvPr id="127" name="잉크 126">
                    <a:extLst>
                      <a:ext uri="{FF2B5EF4-FFF2-40B4-BE49-F238E27FC236}">
                        <a16:creationId xmlns:a16="http://schemas.microsoft.com/office/drawing/2014/main" id="{2DE3A90F-C35E-DD84-1FCF-53C903B07AB9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3542475" y="3133792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2">
                <p14:nvContentPartPr>
                  <p14:cNvPr id="85" name="잉크 84">
                    <a:extLst>
                      <a:ext uri="{FF2B5EF4-FFF2-40B4-BE49-F238E27FC236}">
                        <a16:creationId xmlns:a16="http://schemas.microsoft.com/office/drawing/2014/main" id="{5C8EB8A8-960F-3801-1484-46F178BB19BC}"/>
                      </a:ext>
                    </a:extLst>
                  </p14:cNvPr>
                  <p14:cNvContentPartPr/>
                  <p14:nvPr/>
                </p14:nvContentPartPr>
                <p14:xfrm>
                  <a:off x="3493875" y="3139912"/>
                  <a:ext cx="55080" cy="114480"/>
                </p14:xfrm>
              </p:contentPart>
            </mc:Choice>
            <mc:Fallback xmlns="">
              <p:pic>
                <p:nvPicPr>
                  <p:cNvPr id="128" name="잉크 127">
                    <a:extLst>
                      <a:ext uri="{FF2B5EF4-FFF2-40B4-BE49-F238E27FC236}">
                        <a16:creationId xmlns:a16="http://schemas.microsoft.com/office/drawing/2014/main" id="{F64FD72C-26E6-14FB-6934-A38F8B290726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3487755" y="3133792"/>
                    <a:ext cx="67320" cy="126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3">
                <p14:nvContentPartPr>
                  <p14:cNvPr id="86" name="잉크 85">
                    <a:extLst>
                      <a:ext uri="{FF2B5EF4-FFF2-40B4-BE49-F238E27FC236}">
                        <a16:creationId xmlns:a16="http://schemas.microsoft.com/office/drawing/2014/main" id="{BD83BEFE-387D-DC49-A379-6486B076584E}"/>
                      </a:ext>
                    </a:extLst>
                  </p14:cNvPr>
                  <p14:cNvContentPartPr/>
                  <p14:nvPr/>
                </p14:nvContentPartPr>
                <p14:xfrm>
                  <a:off x="3302355" y="3128032"/>
                  <a:ext cx="36000" cy="85320"/>
                </p14:xfrm>
              </p:contentPart>
            </mc:Choice>
            <mc:Fallback xmlns="">
              <p:pic>
                <p:nvPicPr>
                  <p:cNvPr id="129" name="잉크 128">
                    <a:extLst>
                      <a:ext uri="{FF2B5EF4-FFF2-40B4-BE49-F238E27FC236}">
                        <a16:creationId xmlns:a16="http://schemas.microsoft.com/office/drawing/2014/main" id="{22E01F29-DE46-5034-693B-E862D5116FF7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3296235" y="3121912"/>
                    <a:ext cx="48240" cy="97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4">
                <p14:nvContentPartPr>
                  <p14:cNvPr id="87" name="잉크 86">
                    <a:extLst>
                      <a:ext uri="{FF2B5EF4-FFF2-40B4-BE49-F238E27FC236}">
                        <a16:creationId xmlns:a16="http://schemas.microsoft.com/office/drawing/2014/main" id="{A97EA119-4634-4A35-ACF9-3A3F7ED2BDD2}"/>
                      </a:ext>
                    </a:extLst>
                  </p14:cNvPr>
                  <p14:cNvContentPartPr/>
                  <p14:nvPr/>
                </p14:nvContentPartPr>
                <p14:xfrm>
                  <a:off x="3226395" y="3105712"/>
                  <a:ext cx="55440" cy="129240"/>
                </p14:xfrm>
              </p:contentPart>
            </mc:Choice>
            <mc:Fallback xmlns="">
              <p:pic>
                <p:nvPicPr>
                  <p:cNvPr id="130" name="잉크 129">
                    <a:extLst>
                      <a:ext uri="{FF2B5EF4-FFF2-40B4-BE49-F238E27FC236}">
                        <a16:creationId xmlns:a16="http://schemas.microsoft.com/office/drawing/2014/main" id="{8301467D-AA1C-A5BD-113F-6DBF358439A7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3220275" y="3099592"/>
                    <a:ext cx="67680" cy="14148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108" name="삼각형 107">
            <a:extLst>
              <a:ext uri="{FF2B5EF4-FFF2-40B4-BE49-F238E27FC236}">
                <a16:creationId xmlns:a16="http://schemas.microsoft.com/office/drawing/2014/main" id="{598B6C38-A9EF-D27C-5653-BA5DEA2C251D}"/>
              </a:ext>
            </a:extLst>
          </p:cNvPr>
          <p:cNvSpPr/>
          <p:nvPr/>
        </p:nvSpPr>
        <p:spPr>
          <a:xfrm>
            <a:off x="7822773" y="4627819"/>
            <a:ext cx="150522" cy="127747"/>
          </a:xfrm>
          <a:prstGeom prst="triangle">
            <a:avLst/>
          </a:prstGeom>
          <a:solidFill>
            <a:srgbClr val="1B2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9" name="삼각형 108">
            <a:extLst>
              <a:ext uri="{FF2B5EF4-FFF2-40B4-BE49-F238E27FC236}">
                <a16:creationId xmlns:a16="http://schemas.microsoft.com/office/drawing/2014/main" id="{99037670-2F6A-A8C9-E4F9-CA7CA2785FEF}"/>
              </a:ext>
            </a:extLst>
          </p:cNvPr>
          <p:cNvSpPr/>
          <p:nvPr/>
        </p:nvSpPr>
        <p:spPr>
          <a:xfrm>
            <a:off x="8244584" y="4434815"/>
            <a:ext cx="150522" cy="127747"/>
          </a:xfrm>
          <a:prstGeom prst="triangle">
            <a:avLst/>
          </a:prstGeom>
          <a:solidFill>
            <a:srgbClr val="1B2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0" name="삼각형 109">
            <a:extLst>
              <a:ext uri="{FF2B5EF4-FFF2-40B4-BE49-F238E27FC236}">
                <a16:creationId xmlns:a16="http://schemas.microsoft.com/office/drawing/2014/main" id="{16770F06-7862-A389-493A-0083463414C3}"/>
              </a:ext>
            </a:extLst>
          </p:cNvPr>
          <p:cNvSpPr/>
          <p:nvPr/>
        </p:nvSpPr>
        <p:spPr>
          <a:xfrm>
            <a:off x="8372373" y="4539998"/>
            <a:ext cx="150522" cy="127747"/>
          </a:xfrm>
          <a:prstGeom prst="triangle">
            <a:avLst/>
          </a:prstGeom>
          <a:solidFill>
            <a:srgbClr val="1B2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1" name="삼각형 110">
            <a:extLst>
              <a:ext uri="{FF2B5EF4-FFF2-40B4-BE49-F238E27FC236}">
                <a16:creationId xmlns:a16="http://schemas.microsoft.com/office/drawing/2014/main" id="{FFEB47CD-9E68-C8A3-31E5-411808C52A94}"/>
              </a:ext>
            </a:extLst>
          </p:cNvPr>
          <p:cNvSpPr/>
          <p:nvPr/>
        </p:nvSpPr>
        <p:spPr>
          <a:xfrm>
            <a:off x="8010819" y="4454424"/>
            <a:ext cx="150522" cy="127747"/>
          </a:xfrm>
          <a:prstGeom prst="triangle">
            <a:avLst/>
          </a:prstGeom>
          <a:solidFill>
            <a:srgbClr val="1B2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2" name="삼각형 111">
            <a:extLst>
              <a:ext uri="{FF2B5EF4-FFF2-40B4-BE49-F238E27FC236}">
                <a16:creationId xmlns:a16="http://schemas.microsoft.com/office/drawing/2014/main" id="{6DFBF11A-3D95-BAA3-9AFF-BCBFFB8AF5A4}"/>
              </a:ext>
            </a:extLst>
          </p:cNvPr>
          <p:cNvSpPr/>
          <p:nvPr/>
        </p:nvSpPr>
        <p:spPr>
          <a:xfrm>
            <a:off x="6520671" y="4128137"/>
            <a:ext cx="150522" cy="127747"/>
          </a:xfrm>
          <a:prstGeom prst="triangle">
            <a:avLst/>
          </a:prstGeom>
          <a:solidFill>
            <a:srgbClr val="1B2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AACC95E-148C-25FC-0C2B-C962040437E7}"/>
              </a:ext>
            </a:extLst>
          </p:cNvPr>
          <p:cNvSpPr txBox="1"/>
          <p:nvPr/>
        </p:nvSpPr>
        <p:spPr>
          <a:xfrm>
            <a:off x="6671193" y="4021039"/>
            <a:ext cx="35734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: information gain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을 통해 탐색해본 점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4B3B3F2-BD0B-0F5A-25C3-4AB8B17353B4}"/>
              </a:ext>
            </a:extLst>
          </p:cNvPr>
          <p:cNvSpPr txBox="1"/>
          <p:nvPr/>
        </p:nvSpPr>
        <p:spPr>
          <a:xfrm>
            <a:off x="8814152" y="5375881"/>
            <a:ext cx="3377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전역최적점 주변에서의 불확실성이</a:t>
            </a:r>
            <a:endParaRPr kumimoji="1"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줄어 결정이 쉬워진다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15B66FC-D733-3CD0-85E6-790E065D077E}"/>
              </a:ext>
            </a:extLst>
          </p:cNvPr>
          <p:cNvSpPr txBox="1"/>
          <p:nvPr/>
        </p:nvSpPr>
        <p:spPr>
          <a:xfrm>
            <a:off x="4289060" y="6531663"/>
            <a:ext cx="79432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이와 관련한 자세한 알고리즘은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7.5 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이후의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Entropy Search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라는 이름으로 다루게 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676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/>
      <p:bldP spid="9" grpId="0"/>
      <p:bldP spid="11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61" grpId="0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/>
      <p:bldP spid="115" grpId="0"/>
      <p:bldP spid="1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0D3E40-33D3-BC20-5638-DA9B0847F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Q. </a:t>
            </a:r>
            <a:r>
              <a:rPr kumimoji="1" lang="ko-KR" altLang="en-US" dirty="0"/>
              <a:t>엔트로피 감소량과 </a:t>
            </a:r>
            <a:r>
              <a:rPr kumimoji="1" lang="en-US" altLang="ko-KR" dirty="0"/>
              <a:t>KL</a:t>
            </a:r>
            <a:r>
              <a:rPr kumimoji="1" lang="ko-KR" altLang="en-US" dirty="0"/>
              <a:t>의 </a:t>
            </a:r>
            <a:r>
              <a:rPr kumimoji="1" lang="ko-KR" altLang="en-US" dirty="0" err="1"/>
              <a:t>관측값</a:t>
            </a:r>
            <a:r>
              <a:rPr kumimoji="1" lang="ko-KR" altLang="en-US" dirty="0"/>
              <a:t> </a:t>
            </a:r>
            <a:r>
              <a:rPr kumimoji="1" lang="en-US" altLang="ko-KR" dirty="0"/>
              <a:t>y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</a:t>
            </a:r>
            <a:r>
              <a:rPr kumimoji="1" lang="ko-KR" altLang="en-US" dirty="0" err="1"/>
              <a:t>기댓값이</a:t>
            </a:r>
            <a:r>
              <a:rPr kumimoji="1" lang="ko-KR" altLang="en-US" dirty="0"/>
              <a:t> 서로 동일함을 보여라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C09E9A-3EF4-D6E1-2314-6C9AA05388D4}"/>
                  </a:ext>
                </a:extLst>
              </p:cNvPr>
              <p:cNvSpPr txBox="1"/>
              <p:nvPr/>
            </p:nvSpPr>
            <p:spPr>
              <a:xfrm>
                <a:off x="205409" y="1007165"/>
                <a:ext cx="35434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ko-KR" alt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우리가 관심있어 하는 변수를 </a:t>
                </a:r>
                <a14:m>
                  <m:oMath xmlns:m="http://schemas.openxmlformats.org/officeDocument/2006/math">
                    <m:r>
                      <a:rPr kumimoji="1" lang="en-US" altLang="ko-KR" sz="1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kumimoji="1" lang="ko-KR" altLang="en-US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라고</a:t>
                </a:r>
                <a:r>
                  <a:rPr kumimoji="1" lang="ko-KR" alt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두자</a:t>
                </a:r>
                <a:r>
                  <a:rPr kumimoji="1"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kumimoji="1" lang="ko-KR" alt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C09E9A-3EF4-D6E1-2314-6C9AA0538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09" y="1007165"/>
                <a:ext cx="3543406" cy="307777"/>
              </a:xfrm>
              <a:prstGeom prst="rect">
                <a:avLst/>
              </a:prstGeom>
              <a:blipFill>
                <a:blip r:embed="rId2"/>
                <a:stretch>
                  <a:fillRect l="-714"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F446E3F-D085-4E88-A857-B926871A79E4}"/>
              </a:ext>
            </a:extLst>
          </p:cNvPr>
          <p:cNvSpPr txBox="1"/>
          <p:nvPr/>
        </p:nvSpPr>
        <p:spPr>
          <a:xfrm>
            <a:off x="205409" y="1245705"/>
            <a:ext cx="6027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새로운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kumimoji="1" lang="ko-KR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관측하려고 한다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그러면 다음과 같은 용어들을 정의할 수 있다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1CE00F-215B-3DE9-E53B-73257FA5E87B}"/>
                  </a:ext>
                </a:extLst>
              </p:cNvPr>
              <p:cNvSpPr txBox="1"/>
              <p:nvPr/>
            </p:nvSpPr>
            <p:spPr>
              <a:xfrm>
                <a:off x="205409" y="1656522"/>
                <a:ext cx="5511445" cy="3765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</m:d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subHide m:val="on"/>
                        <m:supHide m:val="on"/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/>
                      <m:sup/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𝑤</m:t>
                            </m:r>
                          </m:e>
                          <m:e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</m:d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𝑙𝑜𝑔𝑝</m:t>
                        </m:r>
                        <m:d>
                          <m:dPr>
                            <m:ctrlP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𝑤</m:t>
                            </m:r>
                          </m:e>
                          <m:e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</m:d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𝑑𝑤</m:t>
                        </m:r>
                      </m:e>
                    </m:nary>
                  </m:oMath>
                </a14:m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1" lang="en-US" altLang="ko-KR" sz="1400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(Entropy before observing y)</a:t>
                </a:r>
                <a:endParaRPr kumimoji="1" lang="ko-KR" altLang="en-US" sz="160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1CE00F-215B-3DE9-E53B-73257FA5E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09" y="1656522"/>
                <a:ext cx="5511445" cy="376578"/>
              </a:xfrm>
              <a:prstGeom prst="rect">
                <a:avLst/>
              </a:prstGeom>
              <a:blipFill>
                <a:blip r:embed="rId3"/>
                <a:stretch>
                  <a:fillRect t="-116129" b="-1741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3CA140-9ED4-0F4E-5BE1-76386922D22F}"/>
                  </a:ext>
                </a:extLst>
              </p:cNvPr>
              <p:cNvSpPr txBox="1"/>
              <p:nvPr/>
            </p:nvSpPr>
            <p:spPr>
              <a:xfrm>
                <a:off x="205409" y="1980269"/>
                <a:ext cx="5902513" cy="3765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y</m:t>
                        </m:r>
                      </m:e>
                    </m:d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subHide m:val="on"/>
                        <m:supHide m:val="on"/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/>
                      <m:sup/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𝑤</m:t>
                            </m:r>
                          </m:e>
                          <m:e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y</m:t>
                            </m:r>
                          </m:e>
                        </m:d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𝑙𝑜𝑔𝑝</m:t>
                        </m:r>
                        <m:d>
                          <m:dPr>
                            <m:ctrlP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𝑤</m:t>
                            </m:r>
                          </m:e>
                          <m:e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y</m:t>
                            </m:r>
                          </m:e>
                        </m:d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𝑑𝑤</m:t>
                        </m:r>
                      </m:e>
                    </m:nary>
                  </m:oMath>
                </a14:m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1" lang="en-US" altLang="ko-KR" sz="1400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(Entropy after observing y)</a:t>
                </a:r>
                <a:endParaRPr kumimoji="1" lang="ko-KR" altLang="en-US" sz="160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3CA140-9ED4-0F4E-5BE1-76386922D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09" y="1980269"/>
                <a:ext cx="5902513" cy="376578"/>
              </a:xfrm>
              <a:prstGeom prst="rect">
                <a:avLst/>
              </a:prstGeom>
              <a:blipFill>
                <a:blip r:embed="rId4"/>
                <a:stretch>
                  <a:fillRect t="-120000" b="-18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1A57A7-D5B1-F30E-F758-E885993DA902}"/>
                  </a:ext>
                </a:extLst>
              </p:cNvPr>
              <p:cNvSpPr txBox="1"/>
              <p:nvPr/>
            </p:nvSpPr>
            <p:spPr>
              <a:xfrm>
                <a:off x="7696200" y="1656522"/>
                <a:ext cx="291579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  <m: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</m:d>
                      <m:r>
                        <a:rPr kumimoji="1" lang="en-US" altLang="ko-KR" sz="1600" b="0" i="1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1" lang="en-US" altLang="ko-KR" sz="1600" b="0" i="1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  <m:e>
                          <m: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</m:d>
                      <m:r>
                        <a:rPr kumimoji="1" lang="en-US" altLang="ko-KR" sz="1600" b="0" i="1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kumimoji="1" lang="en-US" altLang="ko-KR" sz="1600" b="0" i="1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  <m:e>
                          <m: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  <m: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kumimoji="1" lang="ko-KR" altLang="en-US" sz="1600" dirty="0">
                  <a:solidFill>
                    <a:srgbClr val="4472C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1A57A7-D5B1-F30E-F758-E885993DA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1656522"/>
                <a:ext cx="2915798" cy="246221"/>
              </a:xfrm>
              <a:prstGeom prst="rect">
                <a:avLst/>
              </a:prstGeom>
              <a:blipFill>
                <a:blip r:embed="rId5"/>
                <a:stretch>
                  <a:fillRect l="-435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오른쪽 화살표[R] 10">
            <a:extLst>
              <a:ext uri="{FF2B5EF4-FFF2-40B4-BE49-F238E27FC236}">
                <a16:creationId xmlns:a16="http://schemas.microsoft.com/office/drawing/2014/main" id="{4CEDF888-9ABC-EE96-4F87-5424D1860F71}"/>
              </a:ext>
            </a:extLst>
          </p:cNvPr>
          <p:cNvSpPr/>
          <p:nvPr/>
        </p:nvSpPr>
        <p:spPr>
          <a:xfrm>
            <a:off x="6173229" y="2000959"/>
            <a:ext cx="929936" cy="61555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0BE0BA4-3F39-AF13-CAB4-2A405A405DB9}"/>
                  </a:ext>
                </a:extLst>
              </p:cNvPr>
              <p:cNvSpPr txBox="1"/>
              <p:nvPr/>
            </p:nvSpPr>
            <p:spPr>
              <a:xfrm>
                <a:off x="7613373" y="1967922"/>
                <a:ext cx="348890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0" i="1" smtClean="0">
                              <a:solidFill>
                                <a:srgbClr val="FF504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solidFill>
                                <a:srgbClr val="FF504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solidFill>
                                <a:srgbClr val="FF504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𝐾𝐿</m:t>
                          </m:r>
                        </m:sub>
                      </m:sSub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𝐷</m:t>
                      </m:r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)=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solidFill>
                                <a:srgbClr val="FF504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solidFill>
                                <a:srgbClr val="FF504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solidFill>
                                <a:srgbClr val="FF504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𝐾𝐿</m:t>
                          </m:r>
                        </m:sub>
                      </m:sSub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</m:t>
                      </m:r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𝑤</m:t>
                      </m:r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|</m:t>
                      </m:r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𝐷</m:t>
                      </m:r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)||</m:t>
                      </m:r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</m:t>
                      </m:r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𝑤</m:t>
                      </m:r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|</m:t>
                      </m:r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𝐷</m:t>
                      </m:r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))</m:t>
                      </m:r>
                    </m:oMath>
                  </m:oMathPara>
                </a14:m>
                <a:endParaRPr kumimoji="1" lang="ko-KR" altLang="en-US" sz="1600" dirty="0">
                  <a:solidFill>
                    <a:srgbClr val="FF504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0BE0BA4-3F39-AF13-CAB4-2A405A405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3373" y="1967922"/>
                <a:ext cx="3488904" cy="338554"/>
              </a:xfrm>
              <a:prstGeom prst="rect">
                <a:avLst/>
              </a:prstGeom>
              <a:blipFill>
                <a:blip r:embed="rId6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492FFB-81FD-9691-066E-A03454DC0DEF}"/>
                  </a:ext>
                </a:extLst>
              </p:cNvPr>
              <p:cNvSpPr txBox="1"/>
              <p:nvPr/>
            </p:nvSpPr>
            <p:spPr>
              <a:xfrm>
                <a:off x="2261228" y="2753953"/>
                <a:ext cx="6911251" cy="3606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우리가 알고 싶은 것은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6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ko-KR" sz="16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𝔼</m:t>
                        </m:r>
                      </m:e>
                      <m:sub>
                        <m:r>
                          <a:rPr kumimoji="1" lang="en-US" altLang="ko-KR" sz="16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  <m:r>
                          <a:rPr kumimoji="1" lang="en-US" altLang="ko-KR" sz="16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|</m:t>
                        </m:r>
                        <m:r>
                          <a:rPr kumimoji="1" lang="en-US" altLang="ko-KR" sz="16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kumimoji="1" lang="en-US" altLang="ko-KR" sz="16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sSub>
                      <m:sSubPr>
                        <m:ctrlPr>
                          <a:rPr kumimoji="1" lang="en-US" altLang="ko-KR" sz="1600" i="1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ko-KR" sz="1600" i="1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ko-KR" sz="1600" i="1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sub>
                    </m:sSub>
                    <m:d>
                      <m:dPr>
                        <m:ctrlPr>
                          <a:rPr kumimoji="1" lang="en-US" altLang="ko-KR" sz="1600" i="1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ko-KR" sz="1600" i="1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kumimoji="1" lang="en-US" altLang="ko-KR" sz="1600" i="1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kumimoji="1" lang="en-US" altLang="ko-KR" sz="1600" i="1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</m:d>
                    <m:r>
                      <a:rPr kumimoji="1" lang="en-US" altLang="ko-KR" sz="16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]=</m:t>
                    </m:r>
                    <m:sSub>
                      <m:sSubPr>
                        <m:ctrlPr>
                          <a:rPr kumimoji="1" lang="en-US" altLang="ko-KR" sz="16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ko-KR" sz="16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𝔼</m:t>
                        </m:r>
                      </m:e>
                      <m:sub>
                        <m:r>
                          <a:rPr kumimoji="1" lang="en-US" altLang="ko-KR" sz="16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  <m:r>
                          <a:rPr kumimoji="1" lang="en-US" altLang="ko-KR" sz="16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|</m:t>
                        </m:r>
                        <m:r>
                          <a:rPr kumimoji="1" lang="en-US" altLang="ko-KR" sz="16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kumimoji="1" lang="en-US" altLang="ko-KR" sz="16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sSub>
                      <m:sSubPr>
                        <m:ctrlPr>
                          <a:rPr kumimoji="1" lang="en-US" altLang="ko-KR" sz="1600" i="1" smtClean="0">
                            <a:solidFill>
                              <a:srgbClr val="FF504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ko-KR" sz="1600" i="1" smtClean="0">
                            <a:solidFill>
                              <a:srgbClr val="FF504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ko-KR" sz="1600" b="0" i="1" smtClean="0">
                            <a:solidFill>
                              <a:srgbClr val="FF504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kumimoji="1" lang="en-US" altLang="ko-KR" sz="1600" b="0" i="1" smtClean="0">
                            <a:solidFill>
                              <a:srgbClr val="FF504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ko-KR" sz="1600" i="1">
                            <a:solidFill>
                              <a:srgbClr val="FF504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kumimoji="1" lang="en-US" altLang="ko-KR" sz="1600" i="1">
                            <a:solidFill>
                              <a:srgbClr val="FF504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kumimoji="1" lang="en-US" altLang="ko-KR" sz="1600" i="1">
                            <a:solidFill>
                              <a:srgbClr val="FF504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</m:d>
                    <m:r>
                      <a:rPr kumimoji="1" lang="en-US" altLang="ko-KR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임을 보이는 것이다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492FFB-81FD-9691-066E-A03454DC0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228" y="2753953"/>
                <a:ext cx="6911251" cy="360676"/>
              </a:xfrm>
              <a:prstGeom prst="rect">
                <a:avLst/>
              </a:prstGeom>
              <a:blipFill>
                <a:blip r:embed="rId7"/>
                <a:stretch>
                  <a:fillRect l="-550" t="-6667" r="-183"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D0108F5-E32D-B123-E1DE-EE6908B9C347}"/>
              </a:ext>
            </a:extLst>
          </p:cNvPr>
          <p:cNvSpPr txBox="1"/>
          <p:nvPr/>
        </p:nvSpPr>
        <p:spPr>
          <a:xfrm>
            <a:off x="2897812" y="3116926"/>
            <a:ext cx="5638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두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utility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의 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기댓값인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가 결국 동치임을 보이려고 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3D4FB13-D8C1-6E88-03A7-12AC2170C43C}"/>
                  </a:ext>
                </a:extLst>
              </p:cNvPr>
              <p:cNvSpPr txBox="1"/>
              <p:nvPr/>
            </p:nvSpPr>
            <p:spPr>
              <a:xfrm>
                <a:off x="-531229" y="3607916"/>
                <a:ext cx="6027612" cy="360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kumimoji="1" lang="en-US" altLang="ko-KR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r>
                            <a:rPr kumimoji="1" lang="en-US" altLang="ko-KR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a:rPr kumimoji="1" lang="en-US" altLang="ko-KR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kumimoji="1" lang="en-US" altLang="ko-KR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sSub>
                        <m:sSubPr>
                          <m:ctrlPr>
                            <a:rPr kumimoji="1" lang="en-US" altLang="ko-KR" sz="1600" i="1" smtClean="0">
                              <a:solidFill>
                                <a:srgbClr val="FF504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i="1" smtClean="0">
                              <a:solidFill>
                                <a:srgbClr val="FF504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solidFill>
                                <a:srgbClr val="FF504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1600" b="0" i="1" smtClean="0">
                              <a:solidFill>
                                <a:srgbClr val="FF504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solidFill>
                                <a:srgbClr val="FF504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  <m:r>
                            <a:rPr kumimoji="1" lang="en-US" altLang="ko-KR" sz="1600" i="1">
                              <a:solidFill>
                                <a:srgbClr val="FF504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ko-KR" sz="1600" i="1">
                              <a:solidFill>
                                <a:srgbClr val="FF504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</m:d>
                      <m:r>
                        <a:rPr kumimoji="1" lang="en-US" altLang="ko-KR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sSub>
                        <m:sSubPr>
                          <m:ctrlPr>
                            <a:rPr kumimoji="1" lang="en-US" altLang="ko-KR" sz="1600" i="1">
                              <a:solidFill>
                                <a:srgbClr val="FF504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i="1">
                              <a:solidFill>
                                <a:srgbClr val="FF504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ko-KR" sz="1600" i="1">
                              <a:solidFill>
                                <a:srgbClr val="FF504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𝐾𝐿</m:t>
                          </m:r>
                        </m:sub>
                      </m:sSub>
                      <m:r>
                        <a:rPr kumimoji="1" lang="en-US" altLang="ko-KR" sz="1600" i="1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kumimoji="1" lang="en-US" altLang="ko-KR" sz="1600" i="1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</m:t>
                      </m:r>
                      <m:r>
                        <a:rPr kumimoji="1" lang="en-US" altLang="ko-KR" sz="1600" i="1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kumimoji="1" lang="en-US" altLang="ko-KR" sz="1600" i="1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𝑤</m:t>
                      </m:r>
                      <m:r>
                        <a:rPr kumimoji="1" lang="en-US" altLang="ko-KR" sz="1600" i="1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|</m:t>
                      </m:r>
                      <m:r>
                        <a:rPr kumimoji="1" lang="en-US" altLang="ko-KR" sz="1600" i="1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𝐷</m:t>
                      </m:r>
                      <m:r>
                        <a:rPr kumimoji="1" lang="en-US" altLang="ko-KR" sz="1600" i="1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kumimoji="1" lang="en-US" altLang="ko-KR" sz="1600" i="1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kumimoji="1" lang="en-US" altLang="ko-KR" sz="1600" i="1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)||</m:t>
                      </m:r>
                      <m:r>
                        <a:rPr kumimoji="1" lang="en-US" altLang="ko-KR" sz="1600" i="1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</m:t>
                      </m:r>
                      <m:r>
                        <a:rPr kumimoji="1" lang="en-US" altLang="ko-KR" sz="1600" i="1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kumimoji="1" lang="en-US" altLang="ko-KR" sz="1600" i="1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𝑤</m:t>
                      </m:r>
                      <m:r>
                        <a:rPr kumimoji="1" lang="en-US" altLang="ko-KR" sz="1600" i="1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|</m:t>
                      </m:r>
                      <m:r>
                        <a:rPr kumimoji="1" lang="en-US" altLang="ko-KR" sz="1600" i="1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𝐷</m:t>
                      </m:r>
                      <m:r>
                        <a:rPr kumimoji="1" lang="en-US" altLang="ko-KR" sz="1600" i="1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))]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3D4FB13-D8C1-6E88-03A7-12AC2170C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1229" y="3607916"/>
                <a:ext cx="6027612" cy="360676"/>
              </a:xfrm>
              <a:prstGeom prst="rect">
                <a:avLst/>
              </a:prstGeom>
              <a:blipFill>
                <a:blip r:embed="rId8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3ADF4BA-BCDE-E3FF-04CC-6F83A01CED14}"/>
                  </a:ext>
                </a:extLst>
              </p:cNvPr>
              <p:cNvSpPr txBox="1"/>
              <p:nvPr/>
            </p:nvSpPr>
            <p:spPr>
              <a:xfrm>
                <a:off x="610585" y="4007232"/>
                <a:ext cx="6027612" cy="11238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</m:d>
                        </m:e>
                      </m:nary>
                      <m:nary>
                        <m:naryPr>
                          <m:subHide m:val="on"/>
                          <m:supHide m:val="on"/>
                          <m:ctrlPr>
                            <a:rPr kumimoji="1" lang="en-US" altLang="ko-KR" sz="1600" b="0" i="1" smtClean="0">
                              <a:solidFill>
                                <a:srgbClr val="FF504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ko-KR" sz="1600" b="0" i="1" smtClean="0">
                              <a:solidFill>
                                <a:srgbClr val="FF504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solidFill>
                                    <a:srgbClr val="FF504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FF504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FF504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  <m:r>
                                <a:rPr kumimoji="1" lang="en-US" altLang="ko-KR" sz="1600" b="0" i="1" smtClean="0">
                                  <a:solidFill>
                                    <a:srgbClr val="FF504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kumimoji="1" lang="en-US" altLang="ko-KR" sz="1600" b="0" i="1" smtClean="0">
                                  <a:solidFill>
                                    <a:srgbClr val="FF504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𝑙𝑜𝑔</m:t>
                      </m:r>
                      <m:f>
                        <m:fPr>
                          <m:ctrlPr>
                            <a:rPr kumimoji="1" lang="en-US" altLang="ko-KR" sz="1600" b="0" i="1" smtClean="0">
                              <a:solidFill>
                                <a:srgbClr val="FF504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kumimoji="1" lang="en-US" altLang="ko-KR" sz="1600" b="0" i="1" smtClean="0">
                              <a:solidFill>
                                <a:srgbClr val="FF504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solidFill>
                                    <a:srgbClr val="FF504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FF504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FF504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  <m:r>
                                <a:rPr kumimoji="1" lang="en-US" altLang="ko-KR" sz="1600" b="0" i="1" smtClean="0">
                                  <a:solidFill>
                                    <a:srgbClr val="FF504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kumimoji="1" lang="en-US" altLang="ko-KR" sz="1600" b="0" i="1" smtClean="0">
                                  <a:solidFill>
                                    <a:srgbClr val="FF504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kumimoji="1" lang="en-US" altLang="ko-KR" sz="1600" b="0" i="1" smtClean="0">
                              <a:solidFill>
                                <a:srgbClr val="FF504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solidFill>
                                    <a:srgbClr val="FF504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FF504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FF504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kumimoji="1" lang="en-US" altLang="ko-KR" sz="1600" b="0" i="1" smtClean="0">
                          <a:solidFill>
                            <a:srgbClr val="FF504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𝑑𝑤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𝑑𝑦</m:t>
                      </m:r>
                    </m:oMath>
                  </m:oMathPara>
                </a14:m>
                <a:endParaRPr/>
              </a:p>
              <a:p>
                <a:endParaRPr lang="en-US" altLang="ko-KR" sz="1600" dirty="0"/>
              </a:p>
              <a:p>
                <a:endParaRPr lang="ko-KR" alt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3ADF4BA-BCDE-E3FF-04CC-6F83A01CE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5" y="4007232"/>
                <a:ext cx="6027612" cy="1123897"/>
              </a:xfrm>
              <a:prstGeom prst="rect">
                <a:avLst/>
              </a:prstGeom>
              <a:blipFill>
                <a:blip r:embed="rId9"/>
                <a:stretch>
                  <a:fillRect t="-85556" b="-8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그룹 28">
            <a:extLst>
              <a:ext uri="{FF2B5EF4-FFF2-40B4-BE49-F238E27FC236}">
                <a16:creationId xmlns:a16="http://schemas.microsoft.com/office/drawing/2014/main" id="{E9D41054-27F3-0AC9-CFC1-F4346E3997DA}"/>
              </a:ext>
            </a:extLst>
          </p:cNvPr>
          <p:cNvGrpSpPr/>
          <p:nvPr/>
        </p:nvGrpSpPr>
        <p:grpSpPr>
          <a:xfrm>
            <a:off x="2366583" y="4488398"/>
            <a:ext cx="934278" cy="225288"/>
            <a:chOff x="2897812" y="4558747"/>
            <a:chExt cx="934278" cy="225288"/>
          </a:xfrm>
        </p:grpSpPr>
        <p:cxnSp>
          <p:nvCxnSpPr>
            <p:cNvPr id="24" name="직선 연결선[R] 23">
              <a:extLst>
                <a:ext uri="{FF2B5EF4-FFF2-40B4-BE49-F238E27FC236}">
                  <a16:creationId xmlns:a16="http://schemas.microsoft.com/office/drawing/2014/main" id="{6C921C1E-4F09-0A57-42AD-77CAA8BBAB51}"/>
                </a:ext>
              </a:extLst>
            </p:cNvPr>
            <p:cNvCxnSpPr/>
            <p:nvPr/>
          </p:nvCxnSpPr>
          <p:spPr>
            <a:xfrm>
              <a:off x="2897812" y="4558748"/>
              <a:ext cx="0" cy="225287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[R] 24">
              <a:extLst>
                <a:ext uri="{FF2B5EF4-FFF2-40B4-BE49-F238E27FC236}">
                  <a16:creationId xmlns:a16="http://schemas.microsoft.com/office/drawing/2014/main" id="{2A6ACA74-E774-2655-5443-27E4531FE67B}"/>
                </a:ext>
              </a:extLst>
            </p:cNvPr>
            <p:cNvCxnSpPr/>
            <p:nvPr/>
          </p:nvCxnSpPr>
          <p:spPr>
            <a:xfrm>
              <a:off x="3832090" y="4558747"/>
              <a:ext cx="0" cy="225287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직선 연결선[R] 25">
              <a:extLst>
                <a:ext uri="{FF2B5EF4-FFF2-40B4-BE49-F238E27FC236}">
                  <a16:creationId xmlns:a16="http://schemas.microsoft.com/office/drawing/2014/main" id="{F221479A-9057-D95C-8176-3B857DA0113D}"/>
                </a:ext>
              </a:extLst>
            </p:cNvPr>
            <p:cNvCxnSpPr>
              <a:cxnSpLocks/>
            </p:cNvCxnSpPr>
            <p:nvPr/>
          </p:nvCxnSpPr>
          <p:spPr>
            <a:xfrm>
              <a:off x="2897812" y="4784034"/>
              <a:ext cx="934278" cy="0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DBB6BA0-4E4E-7388-8CF0-0B49FB3FFB9F}"/>
                  </a:ext>
                </a:extLst>
              </p:cNvPr>
              <p:cNvSpPr txBox="1"/>
              <p:nvPr/>
            </p:nvSpPr>
            <p:spPr>
              <a:xfrm>
                <a:off x="2250838" y="4713685"/>
                <a:ext cx="11657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1" lang="en-US" altLang="ko-KR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</m:t>
                      </m:r>
                      <m:d>
                        <m:dPr>
                          <m:ctrlPr>
                            <a:rPr kumimoji="1" lang="en-US" altLang="ko-KR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kumimoji="1" lang="en-US" altLang="ko-KR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ko-KR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  <m:e>
                          <m:r>
                            <a:rPr kumimoji="1" lang="en-US" altLang="ko-KR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kumimoji="1" lang="ko-KR" altLang="en-US" sz="140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DBB6BA0-4E4E-7388-8CF0-0B49FB3FF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838" y="4713685"/>
                <a:ext cx="1165768" cy="307777"/>
              </a:xfrm>
              <a:prstGeom prst="rect">
                <a:avLst/>
              </a:prstGeom>
              <a:blipFill>
                <a:blip r:embed="rId10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07004EB-2E31-9383-2ED9-5B453FBDDB15}"/>
                  </a:ext>
                </a:extLst>
              </p:cNvPr>
              <p:cNvSpPr txBox="1"/>
              <p:nvPr/>
            </p:nvSpPr>
            <p:spPr>
              <a:xfrm>
                <a:off x="340064" y="4930738"/>
                <a:ext cx="6027612" cy="12305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kumimoji="1" lang="en-US" altLang="ko-KR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1" lang="en-US" altLang="ko-KR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𝑤</m:t>
                                  </m:r>
                                  <m:r>
                                    <a:rPr kumimoji="1" lang="en-US" altLang="ko-KR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kumimoji="1" lang="en-US" altLang="ko-KR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e>
                                  <m:r>
                                    <a:rPr kumimoji="1" lang="en-US" altLang="ko-KR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kumimoji="1"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𝑙𝑜𝑔</m:t>
                      </m:r>
                      <m:f>
                        <m:fPr>
                          <m:ctrlP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  <m:e>
                              <m: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  <m: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  <m:e>
                              <m: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kumimoji="1"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𝑑𝑤𝑑𝑦</m:t>
                      </m:r>
                    </m:oMath>
                  </m:oMathPara>
                </a14:m>
                <a:endParaRPr dirty="0"/>
              </a:p>
              <a:p>
                <a:endParaRPr lang="en-US" altLang="ko-KR" sz="1600" dirty="0"/>
              </a:p>
              <a:p>
                <a:endParaRPr lang="ko-KR" alt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07004EB-2E31-9383-2ED9-5B453FBDD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64" y="4930738"/>
                <a:ext cx="6027612" cy="1230593"/>
              </a:xfrm>
              <a:prstGeom prst="rect">
                <a:avLst/>
              </a:prstGeom>
              <a:blipFill>
                <a:blip r:embed="rId11"/>
                <a:stretch>
                  <a:fillRect t="-77551" b="-673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직선 연결선[R] 32">
            <a:extLst>
              <a:ext uri="{FF2B5EF4-FFF2-40B4-BE49-F238E27FC236}">
                <a16:creationId xmlns:a16="http://schemas.microsoft.com/office/drawing/2014/main" id="{330D441A-A87E-183C-24A5-EA21312A624E}"/>
              </a:ext>
            </a:extLst>
          </p:cNvPr>
          <p:cNvCxnSpPr/>
          <p:nvPr/>
        </p:nvCxnSpPr>
        <p:spPr>
          <a:xfrm>
            <a:off x="3233530" y="5572540"/>
            <a:ext cx="11661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BE2EA1F-EDD7-3DD0-DE05-7FEA2FF7EAB0}"/>
                  </a:ext>
                </a:extLst>
              </p:cNvPr>
              <p:cNvSpPr txBox="1"/>
              <p:nvPr/>
            </p:nvSpPr>
            <p:spPr>
              <a:xfrm>
                <a:off x="3062958" y="5583022"/>
                <a:ext cx="1527021" cy="5472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ko-KR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kumimoji="1" lang="en-US" altLang="ko-KR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kumimoji="1" lang="en-US" altLang="ko-KR" sz="1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  <m:r>
                                <a:rPr kumimoji="1" lang="en-US" altLang="ko-KR" sz="1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kumimoji="1" lang="en-US" altLang="ko-KR" sz="1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kumimoji="1" lang="en-US" altLang="ko-KR" sz="1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</m:d>
                        </m:num>
                        <m:den>
                          <m:r>
                            <a:rPr kumimoji="1" lang="en-US" altLang="ko-KR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kumimoji="1" lang="en-US" altLang="ko-KR" sz="1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kumimoji="1" lang="en-US" altLang="ko-KR" sz="1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</m:d>
                          <m:r>
                            <a:rPr kumimoji="1" lang="en-US" altLang="ko-KR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kumimoji="1" lang="en-US" altLang="ko-KR" sz="1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  <m:e>
                              <m:r>
                                <a:rPr kumimoji="1" lang="en-US" altLang="ko-KR" sz="1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BE2EA1F-EDD7-3DD0-DE05-7FEA2FF7E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958" y="5583022"/>
                <a:ext cx="1527021" cy="547266"/>
              </a:xfrm>
              <a:prstGeom prst="rect">
                <a:avLst/>
              </a:prstGeom>
              <a:blipFill>
                <a:blip r:embed="rId12"/>
                <a:stretch>
                  <a:fillRect r="-1639" b="-22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1ADC78A-2D99-8EE9-65B6-3D2A0EAECB7D}"/>
                  </a:ext>
                </a:extLst>
              </p:cNvPr>
              <p:cNvSpPr txBox="1"/>
              <p:nvPr/>
            </p:nvSpPr>
            <p:spPr>
              <a:xfrm>
                <a:off x="552099" y="6054635"/>
                <a:ext cx="6027612" cy="12305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kumimoji="1" lang="en-US" altLang="ko-KR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1" lang="en-US" altLang="ko-KR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𝑤</m:t>
                                  </m:r>
                                  <m:r>
                                    <a:rPr kumimoji="1" lang="en-US" altLang="ko-KR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kumimoji="1" lang="en-US" altLang="ko-KR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e>
                                  <m:r>
                                    <a:rPr kumimoji="1" lang="en-US" altLang="ko-KR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kumimoji="1"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𝑙𝑜𝑔</m:t>
                      </m:r>
                      <m:f>
                        <m:fPr>
                          <m:ctrlP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num>
                        <m:den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  <m:e>
                              <m: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</m:d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kumimoji="1"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𝑑𝑤𝑑𝑦</m:t>
                      </m:r>
                    </m:oMath>
                  </m:oMathPara>
                </a14:m>
                <a:endParaRPr dirty="0"/>
              </a:p>
              <a:p>
                <a:endParaRPr lang="en-US" altLang="ko-KR" sz="1600" dirty="0"/>
              </a:p>
              <a:p>
                <a:endParaRPr lang="ko-KR" altLang="en-US" sz="16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1ADC78A-2D99-8EE9-65B6-3D2A0EAEC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99" y="6054635"/>
                <a:ext cx="6027612" cy="1230593"/>
              </a:xfrm>
              <a:prstGeom prst="rect">
                <a:avLst/>
              </a:prstGeom>
              <a:blipFill>
                <a:blip r:embed="rId13"/>
                <a:stretch>
                  <a:fillRect t="-76531" b="-673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3C22254-E4F4-E377-A81D-8CE91B0352B3}"/>
                  </a:ext>
                </a:extLst>
              </p:cNvPr>
              <p:cNvSpPr txBox="1"/>
              <p:nvPr/>
            </p:nvSpPr>
            <p:spPr>
              <a:xfrm>
                <a:off x="4941919" y="3607916"/>
                <a:ext cx="6027612" cy="360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kumimoji="1" lang="en-US" altLang="ko-KR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sSub>
                        <m:sSubPr>
                          <m:ctrlP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  <m: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</m:d>
                      <m:r>
                        <a:rPr kumimoji="1" lang="en-US" altLang="ko-KR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r>
                        <a:rPr kumimoji="1" lang="en-US" altLang="ko-KR" sz="1600" i="1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  <m:e>
                          <m: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</m:d>
                      <m:r>
                        <a:rPr kumimoji="1" lang="en-US" altLang="ko-KR" sz="1600" i="1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kumimoji="1" lang="en-US" altLang="ko-KR" sz="1600" i="1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  <m:e>
                          <m: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  <m: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</m:d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3C22254-E4F4-E377-A81D-8CE91B035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919" y="3607916"/>
                <a:ext cx="6027612" cy="360676"/>
              </a:xfrm>
              <a:prstGeom prst="rect">
                <a:avLst/>
              </a:prstGeom>
              <a:blipFill>
                <a:blip r:embed="rId14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직사각형 39">
            <a:extLst>
              <a:ext uri="{FF2B5EF4-FFF2-40B4-BE49-F238E27FC236}">
                <a16:creationId xmlns:a16="http://schemas.microsoft.com/office/drawing/2014/main" id="{282248B7-A7DC-BF0E-1D72-EDE351EE557B}"/>
              </a:ext>
            </a:extLst>
          </p:cNvPr>
          <p:cNvSpPr/>
          <p:nvPr/>
        </p:nvSpPr>
        <p:spPr>
          <a:xfrm>
            <a:off x="5818368" y="3664226"/>
            <a:ext cx="45719" cy="294860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83BA517-6D48-FF7D-F608-5E75F879BB8C}"/>
                  </a:ext>
                </a:extLst>
              </p:cNvPr>
              <p:cNvSpPr txBox="1"/>
              <p:nvPr/>
            </p:nvSpPr>
            <p:spPr>
              <a:xfrm>
                <a:off x="5611378" y="3970265"/>
                <a:ext cx="6027612" cy="360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1" lang="en-US" altLang="ko-KR" sz="1600" i="1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  <m:e>
                          <m: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</m:d>
                      <m:r>
                        <a:rPr kumimoji="1" lang="en-US" altLang="ko-KR" sz="1600" i="1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[</m:t>
                      </m:r>
                      <m:r>
                        <a:rPr kumimoji="1" lang="en-US" altLang="ko-KR" sz="1600" i="1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  <m:e>
                          <m: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  <m: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ko-KR" sz="16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</m:d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83BA517-6D48-FF7D-F608-5E75F879B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378" y="3970265"/>
                <a:ext cx="6027612" cy="360676"/>
              </a:xfrm>
              <a:prstGeom prst="rect">
                <a:avLst/>
              </a:prstGeom>
              <a:blipFill>
                <a:blip r:embed="rId15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직선 연결선[R] 42">
            <a:extLst>
              <a:ext uri="{FF2B5EF4-FFF2-40B4-BE49-F238E27FC236}">
                <a16:creationId xmlns:a16="http://schemas.microsoft.com/office/drawing/2014/main" id="{ACD51740-6C87-A941-F3A0-1515DDAB7D52}"/>
              </a:ext>
            </a:extLst>
          </p:cNvPr>
          <p:cNvCxnSpPr>
            <a:cxnSpLocks/>
          </p:cNvCxnSpPr>
          <p:nvPr/>
        </p:nvCxnSpPr>
        <p:spPr>
          <a:xfrm>
            <a:off x="8302487" y="4330941"/>
            <a:ext cx="1583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30287C7-C730-8BAB-81E8-DEC1E8F4CEED}"/>
                  </a:ext>
                </a:extLst>
              </p:cNvPr>
              <p:cNvSpPr txBox="1"/>
              <p:nvPr/>
            </p:nvSpPr>
            <p:spPr>
              <a:xfrm>
                <a:off x="6960182" y="4352968"/>
                <a:ext cx="6027612" cy="5328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kumimoji="1" lang="en-US" altLang="ko-KR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ko-KR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kumimoji="1" lang="en-US" altLang="ko-KR" sz="1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kumimoji="1" lang="en-US" altLang="ko-KR" sz="1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</m:d>
                        </m:e>
                      </m:nary>
                      <m:nary>
                        <m:naryPr>
                          <m:subHide m:val="on"/>
                          <m:supHide m:val="on"/>
                          <m:ctrlPr>
                            <a:rPr kumimoji="1" lang="en-US" altLang="ko-KR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ko-KR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kumimoji="1" lang="en-US" altLang="ko-KR" sz="1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  <m:e>
                              <m:r>
                                <a:rPr kumimoji="1" lang="en-US" altLang="ko-KR" sz="1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  <m:r>
                                <a:rPr kumimoji="1" lang="en-US" altLang="ko-KR" sz="1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kumimoji="1" lang="en-US" altLang="ko-KR" sz="1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  <m:r>
                        <a:rPr kumimoji="1" lang="en-US" altLang="ko-KR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𝑙𝑜𝑔𝑝</m:t>
                      </m:r>
                      <m:d>
                        <m:dPr>
                          <m:ctrlPr>
                            <a:rPr kumimoji="1" lang="en-US" altLang="ko-KR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e>
                        <m:e>
                          <m:r>
                            <a:rPr kumimoji="1" lang="en-US" altLang="ko-KR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  <m:r>
                            <a:rPr kumimoji="1" lang="en-US" altLang="ko-KR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ko-KR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</m:d>
                      <m:r>
                        <a:rPr kumimoji="1" lang="en-US" altLang="ko-KR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𝑑𝑤𝑑𝑦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30287C7-C730-8BAB-81E8-DEC1E8F4C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182" y="4352968"/>
                <a:ext cx="6027612" cy="532838"/>
              </a:xfrm>
              <a:prstGeom prst="rect">
                <a:avLst/>
              </a:prstGeom>
              <a:blipFill>
                <a:blip r:embed="rId16"/>
                <a:stretch>
                  <a:fillRect t="-160465" b="-2302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01C29B1-DC2C-CB95-C792-CDA927DCD598}"/>
                  </a:ext>
                </a:extLst>
              </p:cNvPr>
              <p:cNvSpPr txBox="1"/>
              <p:nvPr/>
            </p:nvSpPr>
            <p:spPr>
              <a:xfrm>
                <a:off x="6740536" y="4779434"/>
                <a:ext cx="6027612" cy="6573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kumimoji="1" lang="en-US" altLang="ko-KR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kumimoji="1" lang="en-US" altLang="ko-KR" sz="1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kumimoji="1" lang="en-US" altLang="ko-KR" sz="1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1" lang="en-US" altLang="ko-KR" sz="1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𝑤</m:t>
                                  </m:r>
                                  <m:r>
                                    <a:rPr kumimoji="1" lang="en-US" altLang="ko-KR" sz="1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1" lang="en-US" altLang="ko-KR" sz="1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y</m:t>
                                  </m:r>
                                </m:e>
                                <m:e>
                                  <m:r>
                                    <a:rPr kumimoji="1" lang="en-US" altLang="ko-KR" sz="1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nary>
                          <m:r>
                            <a:rPr kumimoji="1" lang="en-US" altLang="ko-KR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𝑙𝑜𝑔</m:t>
                          </m:r>
                          <m:f>
                            <m:fPr>
                              <m:ctrlPr>
                                <a:rPr kumimoji="1" lang="en-US" altLang="ko-KR" sz="14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ko-KR" sz="1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1" lang="en-US" altLang="ko-KR" sz="1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𝑤</m:t>
                                  </m:r>
                                  <m:r>
                                    <a:rPr kumimoji="1" lang="en-US" altLang="ko-KR" sz="1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kumimoji="1" lang="en-US" altLang="ko-KR" sz="1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e>
                                  <m:r>
                                    <a:rPr kumimoji="1" lang="en-US" altLang="ko-KR" sz="1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</m:e>
                              </m:d>
                            </m:num>
                            <m:den>
                              <m:r>
                                <a:rPr kumimoji="1" lang="en-US" altLang="ko-KR" sz="1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1" lang="en-US" altLang="ko-KR" sz="1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e>
                                  <m:r>
                                    <a:rPr kumimoji="1" lang="en-US" altLang="ko-KR" sz="1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  <m:r>
                            <a:rPr kumimoji="1" lang="en-US" altLang="ko-KR" sz="1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𝑑𝑤𝑑𝑦</m:t>
                          </m:r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01C29B1-DC2C-CB95-C792-CDA927DCD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0536" y="4779434"/>
                <a:ext cx="6027612" cy="657359"/>
              </a:xfrm>
              <a:prstGeom prst="rect">
                <a:avLst/>
              </a:prstGeom>
              <a:blipFill>
                <a:blip r:embed="rId17"/>
                <a:stretch>
                  <a:fillRect t="-124528" b="-1754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73B478A-BCB5-32E4-7634-B3793D35BFA6}"/>
                  </a:ext>
                </a:extLst>
              </p:cNvPr>
              <p:cNvSpPr txBox="1"/>
              <p:nvPr/>
            </p:nvSpPr>
            <p:spPr>
              <a:xfrm>
                <a:off x="5789736" y="5403521"/>
                <a:ext cx="6027612" cy="7381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1"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𝑤</m:t>
                                  </m:r>
                                  <m:r>
                                    <a:rPr kumimoji="1"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kumimoji="1"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e>
                                  <m:r>
                                    <a:rPr kumimoji="1"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</m:e>
                              </m:d>
                              <m: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𝑙𝑜𝑔𝑝</m:t>
                              </m:r>
                              <m:d>
                                <m:dPr>
                                  <m:ctrlPr>
                                    <a:rPr kumimoji="1"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𝑤</m:t>
                                  </m:r>
                                </m:e>
                                <m:e>
                                  <m:r>
                                    <a:rPr kumimoji="1"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</m:e>
                              </m:d>
                              <m: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𝑑𝑤𝑑𝑦</m:t>
                              </m:r>
                            </m:e>
                          </m:nary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kumimoji="1" lang="en-US" altLang="ko-KR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kumimoji="1" lang="en-US" altLang="ko-KR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1" lang="en-US" altLang="ko-KR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𝑤</m:t>
                                  </m:r>
                                  <m:r>
                                    <a:rPr kumimoji="1"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1"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y</m:t>
                                  </m:r>
                                </m:e>
                                <m:e>
                                  <m:r>
                                    <a:rPr kumimoji="1" lang="en-US" altLang="ko-KR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nary>
                          <m:r>
                            <a:rPr kumimoji="1" lang="en-US" altLang="ko-KR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𝑙𝑜𝑔</m:t>
                          </m:r>
                          <m:f>
                            <m:fPr>
                              <m:ctrlPr>
                                <a:rPr kumimoji="1" lang="en-US" altLang="ko-KR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1"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𝑤</m:t>
                                  </m:r>
                                  <m:r>
                                    <a:rPr kumimoji="1"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kumimoji="1"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e>
                                  <m:r>
                                    <a:rPr kumimoji="1"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</m:e>
                              </m:d>
                            </m:num>
                            <m:den>
                              <m: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1"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e>
                                  <m:r>
                                    <a:rPr kumimoji="1"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  <m:r>
                            <a:rPr kumimoji="1" lang="en-US" altLang="ko-KR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𝑑𝑤𝑑𝑦</m:t>
                          </m:r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73B478A-BCB5-32E4-7634-B3793D35B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736" y="5403521"/>
                <a:ext cx="6027612" cy="738151"/>
              </a:xfrm>
              <a:prstGeom prst="rect">
                <a:avLst/>
              </a:prstGeom>
              <a:blipFill>
                <a:blip r:embed="rId18"/>
                <a:stretch>
                  <a:fillRect l="-6526" t="-128814" r="-8842" b="-1779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5CF4ADF-4E54-F922-EF00-3F76E5BE1651}"/>
                  </a:ext>
                </a:extLst>
              </p:cNvPr>
              <p:cNvSpPr txBox="1"/>
              <p:nvPr/>
            </p:nvSpPr>
            <p:spPr>
              <a:xfrm>
                <a:off x="4682394" y="6053848"/>
                <a:ext cx="6027612" cy="12305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kumimoji="1" lang="en-US" altLang="ko-KR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1" lang="en-US" altLang="ko-KR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𝑤</m:t>
                                  </m:r>
                                  <m:r>
                                    <a:rPr kumimoji="1" lang="en-US" altLang="ko-KR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kumimoji="1" lang="en-US" altLang="ko-KR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e>
                                  <m:r>
                                    <a:rPr kumimoji="1" lang="en-US" altLang="ko-KR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kumimoji="1"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𝑙𝑜𝑔</m:t>
                      </m:r>
                      <m:f>
                        <m:fPr>
                          <m:ctrlP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num>
                        <m:den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  <m:e>
                              <m: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</m:d>
                          <m:r>
                            <a:rPr kumimoji="1"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kumimoji="1"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kumimoji="1"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𝑑𝑤𝑑𝑦</m:t>
                      </m:r>
                    </m:oMath>
                  </m:oMathPara>
                </a14:m>
                <a:endParaRPr dirty="0"/>
              </a:p>
              <a:p>
                <a:endParaRPr lang="en-US" altLang="ko-KR" sz="1600" dirty="0"/>
              </a:p>
              <a:p>
                <a:endParaRPr lang="ko-KR" altLang="en-US" sz="16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5CF4ADF-4E54-F922-EF00-3F76E5BE1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394" y="6053848"/>
                <a:ext cx="6027612" cy="1230593"/>
              </a:xfrm>
              <a:prstGeom prst="rect">
                <a:avLst/>
              </a:prstGeom>
              <a:blipFill>
                <a:blip r:embed="rId19"/>
                <a:stretch>
                  <a:fillRect t="-77551" b="-673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직사각형 53">
            <a:extLst>
              <a:ext uri="{FF2B5EF4-FFF2-40B4-BE49-F238E27FC236}">
                <a16:creationId xmlns:a16="http://schemas.microsoft.com/office/drawing/2014/main" id="{D087845C-3AA9-3FF6-FD8C-5C9BDBF3F6D6}"/>
              </a:ext>
            </a:extLst>
          </p:cNvPr>
          <p:cNvSpPr/>
          <p:nvPr/>
        </p:nvSpPr>
        <p:spPr>
          <a:xfrm>
            <a:off x="1216594" y="3260898"/>
            <a:ext cx="9704654" cy="117152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chemeClr val="tx1"/>
                </a:solidFill>
              </a:rPr>
              <a:t>지금껏 </a:t>
            </a:r>
            <a:r>
              <a:rPr kumimoji="1" lang="en-US" altLang="ko-KR" dirty="0">
                <a:solidFill>
                  <a:schemeClr val="tx1"/>
                </a:solidFill>
              </a:rPr>
              <a:t>reward</a:t>
            </a:r>
            <a:r>
              <a:rPr kumimoji="1" lang="ko-KR" altLang="en-US" dirty="0">
                <a:solidFill>
                  <a:schemeClr val="tx1"/>
                </a:solidFill>
              </a:rPr>
              <a:t>와 </a:t>
            </a:r>
            <a:r>
              <a:rPr kumimoji="1" lang="en-US" altLang="ko-KR" dirty="0">
                <a:solidFill>
                  <a:schemeClr val="tx1"/>
                </a:solidFill>
              </a:rPr>
              <a:t>utility</a:t>
            </a:r>
            <a:r>
              <a:rPr kumimoji="1" lang="ko-KR" altLang="en-US" dirty="0" err="1">
                <a:solidFill>
                  <a:schemeClr val="tx1"/>
                </a:solidFill>
              </a:rPr>
              <a:t>를</a:t>
            </a:r>
            <a:r>
              <a:rPr kumimoji="1" lang="ko-KR" altLang="en-US" dirty="0">
                <a:solidFill>
                  <a:schemeClr val="tx1"/>
                </a:solidFill>
              </a:rPr>
              <a:t> 추천의 관점에서 얘기했는데 이를 최적화에서 다음 점을 탐색하는 </a:t>
            </a:r>
            <a:r>
              <a:rPr kumimoji="1" lang="en-US" altLang="ko-KR" dirty="0">
                <a:solidFill>
                  <a:schemeClr val="tx1"/>
                </a:solidFill>
              </a:rPr>
              <a:t>task</a:t>
            </a:r>
            <a:r>
              <a:rPr kumimoji="1" lang="ko-KR" altLang="en-US" dirty="0">
                <a:solidFill>
                  <a:schemeClr val="tx1"/>
                </a:solidFill>
              </a:rPr>
              <a:t>로 옮겨보려고 한다</a:t>
            </a:r>
            <a:r>
              <a:rPr kumimoji="1" lang="en-US" altLang="ko-KR" dirty="0">
                <a:solidFill>
                  <a:schemeClr val="tx1"/>
                </a:solidFill>
              </a:rPr>
              <a:t>.</a:t>
            </a:r>
            <a:r>
              <a:rPr kumimoji="1" lang="ko-KR" alt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596B449-5CEB-43E2-5355-F2905507ACCB}"/>
              </a:ext>
            </a:extLst>
          </p:cNvPr>
          <p:cNvSpPr/>
          <p:nvPr/>
        </p:nvSpPr>
        <p:spPr>
          <a:xfrm>
            <a:off x="4399722" y="2753953"/>
            <a:ext cx="2868757" cy="3606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B61133E-9633-54A2-5330-676E2E99F8DE}"/>
                  </a:ext>
                </a:extLst>
              </p:cNvPr>
              <p:cNvSpPr txBox="1"/>
              <p:nvPr/>
            </p:nvSpPr>
            <p:spPr>
              <a:xfrm>
                <a:off x="2483477" y="2410952"/>
                <a:ext cx="676122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kumimoji="1" lang="en-US" altLang="ko-KR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e>
                      </m:d>
                      <m:r>
                        <a:rPr kumimoji="1" lang="en-US" altLang="ko-KR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kumimoji="1" lang="en-US" altLang="ko-K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kumimoji="1" lang="en-US" altLang="ko-KR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𝐾𝐿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ko-KR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B61133E-9633-54A2-5330-676E2E99F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477" y="2410952"/>
                <a:ext cx="6761220" cy="338554"/>
              </a:xfrm>
              <a:prstGeom prst="rect">
                <a:avLst/>
              </a:prstGeom>
              <a:blipFill>
                <a:blip r:embed="rId20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505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9" grpId="0"/>
      <p:bldP spid="22" grpId="0"/>
      <p:bldP spid="30" grpId="0"/>
      <p:bldP spid="31" grpId="0"/>
      <p:bldP spid="36" grpId="0"/>
      <p:bldP spid="37" grpId="0"/>
      <p:bldP spid="39" grpId="0"/>
      <p:bldP spid="41" grpId="0"/>
      <p:bldP spid="48" grpId="0"/>
      <p:bldP spid="49" grpId="0"/>
      <p:bldP spid="52" grpId="0"/>
      <p:bldP spid="53" grpId="0"/>
      <p:bldP spid="54" grpId="0" animBg="1"/>
      <p:bldP spid="55" grpId="0" animBg="1"/>
      <p:bldP spid="5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B74BDD-9620-FB02-91AE-9783DC154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59" y="245597"/>
            <a:ext cx="12037541" cy="383182"/>
          </a:xfrm>
        </p:spPr>
        <p:txBody>
          <a:bodyPr>
            <a:spAutoFit/>
          </a:bodyPr>
          <a:lstStyle/>
          <a:p>
            <a:r>
              <a:rPr kumimoji="1" lang="en-US" altLang="ko-KR" dirty="0"/>
              <a:t>EI and KG are concrete acquisition functions from this idea.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5810FD-0E29-A0AB-86FF-8C301C7B48BC}"/>
              </a:ext>
            </a:extLst>
          </p:cNvPr>
          <p:cNvSpPr txBox="1"/>
          <p:nvPr/>
        </p:nvSpPr>
        <p:spPr>
          <a:xfrm>
            <a:off x="307570" y="1135467"/>
            <a:ext cx="39244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one-step lookahead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방식을 떠올려보자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F18148-0BC2-D11F-441E-79DCDED7E08B}"/>
                  </a:ext>
                </a:extLst>
              </p:cNvPr>
              <p:cNvSpPr txBox="1"/>
              <p:nvPr/>
            </p:nvSpPr>
            <p:spPr>
              <a:xfrm>
                <a:off x="307570" y="1474021"/>
                <a:ext cx="44894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현재 </a:t>
                </a:r>
                <a14:m>
                  <m:oMath xmlns:m="http://schemas.openxmlformats.org/officeDocument/2006/math"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𝐷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𝐱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𝐲</m:t>
                        </m:r>
                      </m:e>
                    </m:d>
                  </m:oMath>
                </a14:m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의 데이터가 주어져 있다고 하자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F18148-0BC2-D11F-441E-79DCDED7E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70" y="1474021"/>
                <a:ext cx="4489434" cy="338554"/>
              </a:xfrm>
              <a:prstGeom prst="rect">
                <a:avLst/>
              </a:prstGeom>
              <a:blipFill>
                <a:blip r:embed="rId2"/>
                <a:stretch>
                  <a:fillRect l="-847" t="-7407" b="-25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D52233-B64F-DF00-8D39-7B41CEC21E11}"/>
                  </a:ext>
                </a:extLst>
              </p:cNvPr>
              <p:cNvSpPr txBox="1"/>
              <p:nvPr/>
            </p:nvSpPr>
            <p:spPr>
              <a:xfrm>
                <a:off x="773083" y="1969761"/>
                <a:ext cx="103911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새로운 점 </a:t>
                </a:r>
                <a14:m>
                  <m:oMath xmlns:m="http://schemas.openxmlformats.org/officeDocument/2006/math">
                    <m:r>
                      <a:rPr kumimoji="1" lang="en-US" altLang="ko-KR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kumimoji="1" lang="en-US" altLang="ko-KR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’</m:t>
                    </m:r>
                  </m:oMath>
                </a14:m>
                <a:r>
                  <a:rPr kumimoji="1" lang="ko-KR" alt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를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선택했을 때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𝐷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’=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𝐷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∪(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’,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’</m:t>
                    </m:r>
                  </m:oMath>
                </a14:m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))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의 기대효용과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D</m:t>
                    </m:r>
                  </m:oMath>
                </a14:m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에서의 기대효용의 차이를 다음처럼 표현할 수 있다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D52233-B64F-DF00-8D39-7B41CEC21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083" y="1969761"/>
                <a:ext cx="10391114" cy="338554"/>
              </a:xfrm>
              <a:prstGeom prst="rect">
                <a:avLst/>
              </a:prstGeom>
              <a:blipFill>
                <a:blip r:embed="rId3"/>
                <a:stretch>
                  <a:fillRect l="-244" t="-7407" b="-25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F6A70E-4089-AD2D-32DD-405C649FD966}"/>
                  </a:ext>
                </a:extLst>
              </p:cNvPr>
              <p:cNvSpPr txBox="1"/>
              <p:nvPr/>
            </p:nvSpPr>
            <p:spPr>
              <a:xfrm>
                <a:off x="5037456" y="2465501"/>
                <a:ext cx="1862368" cy="302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kumimoji="1" lang="en-US" altLang="ko-KR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  <m:r>
                            <a:rPr kumimoji="1" lang="en-US" altLang="ko-KR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’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1" lang="en-US" altLang="ko-KR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𝒖</m:t>
                          </m:r>
                          <m:d>
                            <m:dPr>
                              <m:ctrlPr>
                                <a:rPr kumimoji="1" lang="en-US" altLang="ko-KR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𝑫</m:t>
                              </m:r>
                              <m:r>
                                <a:rPr kumimoji="1" lang="en-US" altLang="ko-KR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’</m:t>
                              </m:r>
                            </m:e>
                          </m:d>
                          <m:r>
                            <a:rPr kumimoji="1" lang="en-US" altLang="ko-KR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kumimoji="1" lang="en-US" altLang="ko-KR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𝒖</m:t>
                          </m:r>
                          <m:d>
                            <m:dPr>
                              <m:ctrlPr>
                                <a:rPr kumimoji="1" lang="en-US" altLang="ko-KR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𝑫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F6A70E-4089-AD2D-32DD-405C649FD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456" y="2465501"/>
                <a:ext cx="1862368" cy="302455"/>
              </a:xfrm>
              <a:prstGeom prst="rect">
                <a:avLst/>
              </a:prstGeom>
              <a:blipFill>
                <a:blip r:embed="rId4"/>
                <a:stretch>
                  <a:fillRect l="-2027" b="-2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B2FFEB1-FF2A-6DB5-7E78-CF0BCC42E15B}"/>
              </a:ext>
            </a:extLst>
          </p:cNvPr>
          <p:cNvSpPr txBox="1"/>
          <p:nvPr/>
        </p:nvSpPr>
        <p:spPr>
          <a:xfrm>
            <a:off x="1329750" y="3240481"/>
            <a:ext cx="94051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이전 슬라이드와 관련 지으면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다음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에서의 데이터 가치를 최대화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(reward 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차이를 최대화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하는 점을</a:t>
            </a:r>
            <a:endParaRPr kumimoji="1"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탐색하겠다는 말이다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아래쪽 화살표[D] 8">
            <a:extLst>
              <a:ext uri="{FF2B5EF4-FFF2-40B4-BE49-F238E27FC236}">
                <a16:creationId xmlns:a16="http://schemas.microsoft.com/office/drawing/2014/main" id="{FB5D762F-589B-1D5A-FAB1-122EFA020323}"/>
              </a:ext>
            </a:extLst>
          </p:cNvPr>
          <p:cNvSpPr/>
          <p:nvPr/>
        </p:nvSpPr>
        <p:spPr>
          <a:xfrm>
            <a:off x="5968640" y="2847891"/>
            <a:ext cx="127360" cy="21290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828230-3988-AE47-5833-04EEEB3BDD6D}"/>
              </a:ext>
            </a:extLst>
          </p:cNvPr>
          <p:cNvSpPr txBox="1"/>
          <p:nvPr/>
        </p:nvSpPr>
        <p:spPr>
          <a:xfrm>
            <a:off x="2951628" y="4644758"/>
            <a:ext cx="60340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여기서 </a:t>
            </a:r>
            <a:r>
              <a:rPr kumimoji="1" lang="en-US" altLang="ko-KR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kumimoji="1" lang="en-US" altLang="ko-K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reward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의 차이에 따라서 용어가 구분된다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0AD7C87-0200-6D77-5FF9-41BB6B20D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684" y="4409053"/>
            <a:ext cx="2350132" cy="107604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2C2DAD0-A408-CBF7-CC2C-4134436433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7184" y="4409053"/>
            <a:ext cx="2350132" cy="104077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ACC4BAF-1063-D04B-8AF2-3B7A1702AF90}"/>
              </a:ext>
            </a:extLst>
          </p:cNvPr>
          <p:cNvSpPr txBox="1"/>
          <p:nvPr/>
        </p:nvSpPr>
        <p:spPr>
          <a:xfrm>
            <a:off x="2951628" y="5553256"/>
            <a:ext cx="64123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 reward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+ one-step lookahead =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EI (Expected Improvement)</a:t>
            </a:r>
            <a:endParaRPr kumimoji="1"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59C533-E4BF-4348-18D1-712E5C1BEEF8}"/>
              </a:ext>
            </a:extLst>
          </p:cNvPr>
          <p:cNvSpPr txBox="1"/>
          <p:nvPr/>
        </p:nvSpPr>
        <p:spPr>
          <a:xfrm>
            <a:off x="2951628" y="6025781"/>
            <a:ext cx="6231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reward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+ one-step lookahead =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KG (Knowledge Gradient)</a:t>
            </a:r>
            <a:endParaRPr kumimoji="1"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4FD9C0-83E7-B937-1BCF-2E809E853BA9}"/>
              </a:ext>
            </a:extLst>
          </p:cNvPr>
          <p:cNvSpPr txBox="1"/>
          <p:nvPr/>
        </p:nvSpPr>
        <p:spPr>
          <a:xfrm>
            <a:off x="7745896" y="6519446"/>
            <a:ext cx="45095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EI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와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KG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가 정확히 어떻게 정의되는지 확인하자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400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4" grpId="0"/>
      <p:bldP spid="18" grpId="0"/>
      <p:bldP spid="19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D0643E-C03E-C0D5-1CE0-4691EA1E6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Q. EI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KG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action space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대한 제약 외에 다른 것이 있나요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E467D2-1BEC-42B3-C692-29AB2C54D746}"/>
              </a:ext>
            </a:extLst>
          </p:cNvPr>
          <p:cNvSpPr txBox="1"/>
          <p:nvPr/>
        </p:nvSpPr>
        <p:spPr>
          <a:xfrm>
            <a:off x="2399441" y="6519427"/>
            <a:ext cx="99870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즉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KG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는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kumimoji="1" lang="ko-KR" alt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평가함으로써 다른 점들의 사후평균의 변화까지 고려하지만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EI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는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에서의 </a:t>
            </a:r>
            <a:r>
              <a:rPr kumimoji="1" lang="ko-KR" alt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함수값만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고려한다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B5094-95EF-7C3A-2499-DFB822FFC2A5}"/>
              </a:ext>
            </a:extLst>
          </p:cNvPr>
          <p:cNvSpPr txBox="1"/>
          <p:nvPr/>
        </p:nvSpPr>
        <p:spPr>
          <a:xfrm>
            <a:off x="2561664" y="1090878"/>
            <a:ext cx="66095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우선 동일하게 기존 데이터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가 있을 때 새로운 점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관측한다고 하자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91D53D-528B-1DF7-E93A-BA6FB92EA8F0}"/>
                  </a:ext>
                </a:extLst>
              </p:cNvPr>
              <p:cNvSpPr txBox="1"/>
              <p:nvPr/>
            </p:nvSpPr>
            <p:spPr>
              <a:xfrm>
                <a:off x="618226" y="1606916"/>
                <a:ext cx="4629280" cy="355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𝐸𝐼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=∫[</m:t>
                      </m:r>
                      <m:func>
                        <m:func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ko-KR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16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en-US" altLang="ko-KR" sz="16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x</m:t>
                              </m:r>
                              <m:r>
                                <a:rPr kumimoji="1" lang="en-US" altLang="ko-KR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’</m:t>
                              </m:r>
                              <m:r>
                                <a:rPr kumimoji="1" lang="en-US" altLang="ko-KR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r>
                                <a:rPr kumimoji="1" lang="en-US" altLang="ko-KR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𝒜</m:t>
                              </m:r>
                              <m:r>
                                <a:rPr kumimoji="1" lang="en-US" altLang="ko-KR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ko-KR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x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kumimoji="1" lang="en-US" altLang="ko-KR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ko-KR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</m:e>
                                <m:sup>
                                  <m:r>
                                    <a:rPr kumimoji="1" lang="en-US" altLang="ko-KR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’)]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d>
                            <m:dPr>
                              <m:begChr m:val="|"/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</m:d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𝑑𝑦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−</m:t>
                          </m:r>
                          <m:func>
                            <m:func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kumimoji="1" lang="en-US" altLang="ko-KR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ko-KR" sz="160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kumimoji="1" lang="en-US" altLang="ko-KR" sz="16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x</m:t>
                                  </m:r>
                                  <m:r>
                                    <a:rPr kumimoji="1" lang="en-US" altLang="ko-KR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’</m:t>
                                  </m:r>
                                  <m:r>
                                    <a:rPr kumimoji="1" lang="en-US" altLang="ko-KR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∈ </m:t>
                                  </m:r>
                                  <m:r>
                                    <a:rPr kumimoji="1" lang="en-US" altLang="ko-KR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𝒜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ko-KR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kumimoji="1" lang="en-US" altLang="ko-KR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</m:sub>
                              </m:sSub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’)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91D53D-528B-1DF7-E93A-BA6FB92EA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26" y="1606916"/>
                <a:ext cx="4629280" cy="355995"/>
              </a:xfrm>
              <a:prstGeom prst="rect">
                <a:avLst/>
              </a:prstGeom>
              <a:blipFill>
                <a:blip r:embed="rId3"/>
                <a:stretch>
                  <a:fillRect t="-10345" r="-820" b="-241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5045E3-C0A2-62D7-57A7-A36B37440C97}"/>
                  </a:ext>
                </a:extLst>
              </p:cNvPr>
              <p:cNvSpPr txBox="1"/>
              <p:nvPr/>
            </p:nvSpPr>
            <p:spPr>
              <a:xfrm>
                <a:off x="6557793" y="1625767"/>
                <a:ext cx="4582985" cy="3371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𝐾𝐺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=∫[</m:t>
                      </m:r>
                      <m:func>
                        <m:func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1600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en-US" altLang="ko-KR" sz="16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x</m:t>
                              </m:r>
                              <m:r>
                                <a:rPr kumimoji="1" lang="en-US" altLang="ko-KR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’∈ </m:t>
                              </m:r>
                              <m:r>
                                <a:rPr kumimoji="1" lang="en-US" altLang="ko-KR" sz="16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𝒳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kumimoji="1" lang="en-US" altLang="ko-KR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ko-KR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</m:e>
                                <m:sup>
                                  <m:r>
                                    <a:rPr kumimoji="1" lang="en-US" altLang="ko-KR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’)]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d>
                            <m:dPr>
                              <m:begChr m:val="|"/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</m:d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𝑑𝑦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−</m:t>
                          </m:r>
                          <m:func>
                            <m:func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kumimoji="1" lang="en-US" altLang="ko-KR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ko-KR" sz="160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kumimoji="1" lang="en-US" altLang="ko-KR" sz="16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x</m:t>
                                  </m:r>
                                  <m:r>
                                    <a:rPr kumimoji="1" lang="en-US" altLang="ko-KR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’</m:t>
                                  </m:r>
                                  <m:r>
                                    <a:rPr kumimoji="1" lang="en-US" altLang="ko-KR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∈ </m:t>
                                  </m:r>
                                  <m:r>
                                    <a:rPr kumimoji="1" lang="en-US" altLang="ko-KR" sz="16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𝒳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ko-KR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kumimoji="1" lang="en-US" altLang="ko-KR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</m:sub>
                              </m:sSub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’)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5045E3-C0A2-62D7-57A7-A36B37440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793" y="1625767"/>
                <a:ext cx="4582985" cy="337144"/>
              </a:xfrm>
              <a:prstGeom prst="rect">
                <a:avLst/>
              </a:prstGeom>
              <a:blipFill>
                <a:blip r:embed="rId4"/>
                <a:stretch>
                  <a:fillRect t="-11111" r="-829" b="-296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C8285F4E-3839-CAB3-9239-1CA3B5D24A5C}"/>
              </a:ext>
            </a:extLst>
          </p:cNvPr>
          <p:cNvSpPr txBox="1"/>
          <p:nvPr/>
        </p:nvSpPr>
        <p:spPr>
          <a:xfrm>
            <a:off x="2746810" y="2062555"/>
            <a:ext cx="6239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기본적으로 </a:t>
            </a:r>
            <a:r>
              <a:rPr kumimoji="1" lang="en-US" altLang="ko-K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space</a:t>
            </a:r>
            <a:r>
              <a:rPr kumimoji="1" lang="ko-KR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에</a:t>
            </a:r>
            <a:r>
              <a:rPr kumimoji="1" lang="ko-KR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따라 두 </a:t>
            </a:r>
            <a:r>
              <a:rPr kumimoji="1" lang="en-US" altLang="ko-K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acquisition function</a:t>
            </a:r>
            <a:r>
              <a:rPr kumimoji="1" lang="ko-KR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이 구분된다</a:t>
            </a:r>
            <a:r>
              <a:rPr kumimoji="1" lang="en-US" altLang="ko-K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B39193-481D-1275-4AC0-A5B4267F31CB}"/>
              </a:ext>
            </a:extLst>
          </p:cNvPr>
          <p:cNvSpPr txBox="1"/>
          <p:nvPr/>
        </p:nvSpPr>
        <p:spPr>
          <a:xfrm>
            <a:off x="2746810" y="2401109"/>
            <a:ext cx="77845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이렇게 사후평균으로 정의되는 경우에 두 경우 모두에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closed-form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을 얻을 수는 없다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971623-1B73-4D35-B94C-88CBF69806BB}"/>
              </a:ext>
            </a:extLst>
          </p:cNvPr>
          <p:cNvSpPr txBox="1"/>
          <p:nvPr/>
        </p:nvSpPr>
        <p:spPr>
          <a:xfrm>
            <a:off x="399853" y="3102236"/>
            <a:ext cx="46939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noise-free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상황을 가정하면 좀 더 쉽게 볼 수 있다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0E6A83-E8CC-4614-A948-D2F553710C31}"/>
                  </a:ext>
                </a:extLst>
              </p:cNvPr>
              <p:cNvSpPr txBox="1"/>
              <p:nvPr/>
            </p:nvSpPr>
            <p:spPr>
              <a:xfrm>
                <a:off x="330009" y="3359367"/>
                <a:ext cx="216597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kumimoji="1" lang="en-US" altLang="ko-KR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ko-KR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)=</m:t>
                      </m:r>
                      <m:sSub>
                        <m:sSubPr>
                          <m:ctrlPr>
                            <a:rPr kumimoji="1" lang="en-US" altLang="ko-KR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ko-KR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  <m:r>
                            <a:rPr kumimoji="1" lang="en-US" altLang="ko-KR" sz="1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’</m:t>
                          </m:r>
                        </m:sub>
                      </m:sSub>
                      <m:r>
                        <a:rPr kumimoji="1" lang="en-US" altLang="ko-KR" sz="1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R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ko-KR" sz="1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  <m:r>
                        <a:rPr kumimoji="1" lang="en-US" altLang="ko-KR" sz="1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ko-KR" altLang="en-US" sz="160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0E6A83-E8CC-4614-A948-D2F553710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09" y="3359367"/>
                <a:ext cx="2165978" cy="338554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24F31A73-1E9C-452F-1EC1-1EE660E31290}"/>
              </a:ext>
            </a:extLst>
          </p:cNvPr>
          <p:cNvSpPr txBox="1"/>
          <p:nvPr/>
        </p:nvSpPr>
        <p:spPr>
          <a:xfrm>
            <a:off x="2399441" y="3415467"/>
            <a:ext cx="40735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관측점에서는 평균이 항상 </a:t>
            </a:r>
            <a:r>
              <a:rPr kumimoji="1" lang="ko-KR" altLang="en-US" sz="1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관측값을</a:t>
            </a:r>
            <a:r>
              <a:rPr kumimoji="1" lang="ko-KR" alt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맞춰야 한다</a:t>
            </a:r>
            <a:r>
              <a:rPr kumimoji="1" lang="en-US" altLang="ko-KR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F260C2-0CF9-CCA1-B33F-7B59D1A7B8F9}"/>
                  </a:ext>
                </a:extLst>
              </p:cNvPr>
              <p:cNvSpPr txBox="1"/>
              <p:nvPr/>
            </p:nvSpPr>
            <p:spPr>
              <a:xfrm>
                <a:off x="1185949" y="4045508"/>
                <a:ext cx="3673057" cy="355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=∫[</m:t>
                      </m:r>
                      <m:func>
                        <m:func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ko-KR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16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en-US" altLang="ko-KR" sz="16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x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’</m:t>
                              </m:r>
                              <m:r>
                                <a:rPr kumimoji="1" lang="en-US" altLang="ko-KR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r>
                                <a:rPr kumimoji="1" lang="en-US" altLang="ko-KR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𝒜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x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’)]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d>
                            <m:dPr>
                              <m:begChr m:val="|"/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</m:d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𝑑𝑦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−</m:t>
                          </m:r>
                          <m:r>
                            <m:rPr>
                              <m:sty m:val="p"/>
                            </m:r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max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CF260C2-0CF9-CCA1-B33F-7B59D1A7B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949" y="4045508"/>
                <a:ext cx="3673057" cy="355995"/>
              </a:xfrm>
              <a:prstGeom prst="rect">
                <a:avLst/>
              </a:prstGeom>
              <a:blipFill>
                <a:blip r:embed="rId6"/>
                <a:stretch>
                  <a:fillRect t="-10345" b="-68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0447AB1-54A9-571F-4D34-F8C1AD592273}"/>
                  </a:ext>
                </a:extLst>
              </p:cNvPr>
              <p:cNvSpPr txBox="1"/>
              <p:nvPr/>
            </p:nvSpPr>
            <p:spPr>
              <a:xfrm>
                <a:off x="1244344" y="4495363"/>
                <a:ext cx="3863173" cy="355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=∫[</m:t>
                      </m:r>
                      <m:func>
                        <m:func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ko-KR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16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en-US" altLang="ko-KR" sz="16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x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’</m:t>
                              </m:r>
                              <m:r>
                                <a:rPr kumimoji="1" lang="en-US" altLang="ko-KR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r>
                                <a:rPr kumimoji="1" lang="en-US" altLang="ko-KR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𝒜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x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x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)=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</m:sup>
                          </m:sSup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)]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d>
                            <m:dPr>
                              <m:begChr m:val="|"/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</m:d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𝑑𝑦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−</m:t>
                          </m:r>
                          <m:sSup>
                            <m:sSup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0447AB1-54A9-571F-4D34-F8C1AD592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344" y="4495363"/>
                <a:ext cx="3863173" cy="355995"/>
              </a:xfrm>
              <a:prstGeom prst="rect">
                <a:avLst/>
              </a:prstGeom>
              <a:blipFill>
                <a:blip r:embed="rId7"/>
                <a:stretch>
                  <a:fillRect t="-6667" b="-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6FFA8BD-7FF5-2651-503F-E5669FCD3C43}"/>
                  </a:ext>
                </a:extLst>
              </p:cNvPr>
              <p:cNvSpPr txBox="1"/>
              <p:nvPr/>
            </p:nvSpPr>
            <p:spPr>
              <a:xfrm>
                <a:off x="1244344" y="4945218"/>
                <a:ext cx="3033651" cy="355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=∫[</m:t>
                      </m:r>
                      <m:func>
                        <m:func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ko-KR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16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en-US" altLang="ko-KR" sz="16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x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’</m:t>
                              </m:r>
                              <m:r>
                                <a:rPr kumimoji="1" lang="en-US" altLang="ko-KR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r>
                                <a:rPr kumimoji="1" lang="en-US" altLang="ko-KR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𝒜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x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ko-KR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</m:sup>
                          </m:sSup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,0)]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d>
                            <m:dPr>
                              <m:begChr m:val="|"/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</m:d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𝑑𝑦</m:t>
                          </m:r>
                        </m:e>
                      </m:func>
                    </m:oMath>
                  </m:oMathPara>
                </a14:m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6FFA8BD-7FF5-2651-503F-E5669FCD3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344" y="4945218"/>
                <a:ext cx="3033651" cy="355995"/>
              </a:xfrm>
              <a:prstGeom prst="rect">
                <a:avLst/>
              </a:prstGeom>
              <a:blipFill>
                <a:blip r:embed="rId8"/>
                <a:stretch>
                  <a:fillRect l="-417" t="-10345" r="-1667" b="-68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9738E3E-0AAB-7645-7427-FB3712FAA135}"/>
                  </a:ext>
                </a:extLst>
              </p:cNvPr>
              <p:cNvSpPr txBox="1"/>
              <p:nvPr/>
            </p:nvSpPr>
            <p:spPr>
              <a:xfrm>
                <a:off x="1244344" y="5381599"/>
                <a:ext cx="1950790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kumimoji="1" lang="en-US" altLang="ko-KR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  <m:r>
                                    <a:rPr kumimoji="1" lang="en-US" altLang="ko-KR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kumimoji="1" lang="en-US" altLang="ko-KR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ko-KR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1" lang="en-US" altLang="ko-KR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</m:sub>
                          </m:s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9738E3E-0AAB-7645-7427-FB3712FAA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344" y="5381599"/>
                <a:ext cx="1950790" cy="265650"/>
              </a:xfrm>
              <a:prstGeom prst="rect">
                <a:avLst/>
              </a:prstGeom>
              <a:blipFill>
                <a:blip r:embed="rId9"/>
                <a:stretch>
                  <a:fillRect l="-645" b="-1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AA7343BF-7322-0540-0599-FAD5615DA36D}"/>
              </a:ext>
            </a:extLst>
          </p:cNvPr>
          <p:cNvSpPr txBox="1"/>
          <p:nvPr/>
        </p:nvSpPr>
        <p:spPr>
          <a:xfrm>
            <a:off x="498771" y="5674750"/>
            <a:ext cx="3422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다음 슬라이드에서 </a:t>
            </a:r>
            <a:r>
              <a:rPr kumimoji="1" lang="en-US" altLang="ko-KR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closed-form</a:t>
            </a:r>
            <a:r>
              <a:rPr kumimoji="1" lang="ko-KR" alt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으로</a:t>
            </a:r>
            <a:r>
              <a:rPr kumimoji="1" lang="ko-KR" alt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계산</a:t>
            </a:r>
          </a:p>
        </p:txBody>
      </p:sp>
      <p:cxnSp>
        <p:nvCxnSpPr>
          <p:cNvPr id="39" name="직선 연결선[R] 38">
            <a:extLst>
              <a:ext uri="{FF2B5EF4-FFF2-40B4-BE49-F238E27FC236}">
                <a16:creationId xmlns:a16="http://schemas.microsoft.com/office/drawing/2014/main" id="{CCBC6D26-DB48-2940-EE83-7A7577DFD823}"/>
              </a:ext>
            </a:extLst>
          </p:cNvPr>
          <p:cNvCxnSpPr/>
          <p:nvPr/>
        </p:nvCxnSpPr>
        <p:spPr>
          <a:xfrm>
            <a:off x="1244344" y="5660999"/>
            <a:ext cx="19315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5E3BE28-1E9E-4865-5C2B-DEAF068CF8A4}"/>
                  </a:ext>
                </a:extLst>
              </p:cNvPr>
              <p:cNvSpPr txBox="1"/>
              <p:nvPr/>
            </p:nvSpPr>
            <p:spPr>
              <a:xfrm>
                <a:off x="3259822" y="5345147"/>
                <a:ext cx="265810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  <m:r>
                      <m:rPr>
                        <m:sty m:val="p"/>
                      </m:rP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D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r>
                      <m:rPr>
                        <m:sty m:val="p"/>
                      </m:rP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N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d>
                      <m:d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p>
                      <m:sSup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5E3BE28-1E9E-4865-5C2B-DEAF068CF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822" y="5345147"/>
                <a:ext cx="2658100" cy="338554"/>
              </a:xfrm>
              <a:prstGeom prst="rect">
                <a:avLst/>
              </a:prstGeom>
              <a:blipFill>
                <a:blip r:embed="rId10"/>
                <a:stretch>
                  <a:fillRect l="-1422" t="-3571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6CED63E-553A-0CCE-71BF-3312EA619AE2}"/>
                  </a:ext>
                </a:extLst>
              </p:cNvPr>
              <p:cNvSpPr txBox="1"/>
              <p:nvPr/>
            </p:nvSpPr>
            <p:spPr>
              <a:xfrm>
                <a:off x="6469464" y="5391313"/>
                <a:ext cx="540340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ko-KR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kumimoji="1" lang="ko-KR" altLang="en-US" sz="16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를</a:t>
                </a:r>
                <a:r>
                  <a:rPr kumimoji="1" lang="ko-KR" alt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관측했을 때 나오는 </a:t>
                </a:r>
                <a:r>
                  <a:rPr kumimoji="1" lang="en-US" altLang="ko-KR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kumimoji="1" lang="ko-KR" alt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가 기존에 관측 최대값인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kumimoji="1" lang="en-US" altLang="ko-KR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p>
                        <m:r>
                          <a:rPr kumimoji="1" lang="en-US" altLang="ko-KR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kumimoji="1" lang="ko-KR" altLang="en-US" sz="16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와의</a:t>
                </a:r>
                <a:endPara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kumimoji="1" lang="ko-KR" alt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평균적인 차이를 의미한다</a:t>
                </a:r>
                <a:r>
                  <a:rPr kumimoji="1" lang="en-US" altLang="ko-KR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1" lang="ko-KR" alt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6CED63E-553A-0CCE-71BF-3312EA619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464" y="5391313"/>
                <a:ext cx="5403402" cy="584775"/>
              </a:xfrm>
              <a:prstGeom prst="rect">
                <a:avLst/>
              </a:prstGeom>
              <a:blipFill>
                <a:blip r:embed="rId11"/>
                <a:stretch>
                  <a:fillRect l="-234" t="-2128" b="-127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435084FD-6199-ADBE-D957-A4E3E8E5FC44}"/>
              </a:ext>
            </a:extLst>
          </p:cNvPr>
          <p:cNvCxnSpPr/>
          <p:nvPr/>
        </p:nvCxnSpPr>
        <p:spPr>
          <a:xfrm>
            <a:off x="5985997" y="5568902"/>
            <a:ext cx="3481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4C5C479-0182-AF78-5322-C4F8242AF47D}"/>
              </a:ext>
            </a:extLst>
          </p:cNvPr>
          <p:cNvCxnSpPr/>
          <p:nvPr/>
        </p:nvCxnSpPr>
        <p:spPr>
          <a:xfrm>
            <a:off x="9171166" y="2062555"/>
            <a:ext cx="0" cy="10396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3FE0047-9958-DAFE-9C7B-B26A39FF47BF}"/>
              </a:ext>
            </a:extLst>
          </p:cNvPr>
          <p:cNvSpPr txBox="1"/>
          <p:nvPr/>
        </p:nvSpPr>
        <p:spPr>
          <a:xfrm>
            <a:off x="6540168" y="3236256"/>
            <a:ext cx="5080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관측으로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posterior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가 바뀐 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전체에서 다시 최적화한</a:t>
            </a:r>
            <a:endParaRPr kumimoji="1"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사후평균이 얼마나 개선되는지를 의미한다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529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7" grpId="0"/>
      <p:bldP spid="28" grpId="0"/>
      <p:bldP spid="29" grpId="0"/>
      <p:bldP spid="30" grpId="0"/>
      <p:bldP spid="31" grpId="0"/>
      <p:bldP spid="33" grpId="0"/>
      <p:bldP spid="35" grpId="0"/>
      <p:bldP spid="36" grpId="0"/>
      <p:bldP spid="37" grpId="0"/>
      <p:bldP spid="38" grpId="0"/>
      <p:bldP spid="40" grpId="0"/>
      <p:bldP spid="42" grpId="0"/>
      <p:bldP spid="4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171F16-7905-F271-874B-D7DFB6CC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Q. EI</a:t>
            </a:r>
            <a:r>
              <a:rPr kumimoji="1" lang="ko-KR" altLang="en-US" dirty="0"/>
              <a:t>가 자동적으로 </a:t>
            </a:r>
            <a:r>
              <a:rPr kumimoji="1" lang="en-US" altLang="ko-KR" dirty="0"/>
              <a:t>trade-off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반영할 수 있는 이유를 수식적으로 알고 싶습니다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D7E31B3-72EB-1BEE-EE0B-1C4C3A7C9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13" y="1023585"/>
            <a:ext cx="9491770" cy="481083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4BF61BB-7155-1E0D-06E8-FCB76C76A251}"/>
              </a:ext>
            </a:extLst>
          </p:cNvPr>
          <p:cNvSpPr txBox="1"/>
          <p:nvPr/>
        </p:nvSpPr>
        <p:spPr>
          <a:xfrm>
            <a:off x="446887" y="3429000"/>
            <a:ext cx="2757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표준정규분포를 따르는 </a:t>
            </a:r>
            <a:r>
              <a:rPr kumimoji="1" lang="en-US" altLang="ko-KR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kumimoji="1" lang="ko-KR" alt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로 변환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BB7B123-4F54-5814-4C87-50DAF2863543}"/>
              </a:ext>
            </a:extLst>
          </p:cNvPr>
          <p:cNvSpPr/>
          <p:nvPr/>
        </p:nvSpPr>
        <p:spPr>
          <a:xfrm>
            <a:off x="3698851" y="5417648"/>
            <a:ext cx="4523874" cy="474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B5ADAA8-0F58-55CC-DBB7-A5DBDFE75218}"/>
                  </a:ext>
                </a:extLst>
              </p:cNvPr>
              <p:cNvSpPr txBox="1"/>
              <p:nvPr/>
            </p:nvSpPr>
            <p:spPr>
              <a:xfrm>
                <a:off x="7535206" y="4986063"/>
                <a:ext cx="456176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ko-KR" sz="16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EI</a:t>
                </a:r>
                <a:r>
                  <a:rPr kumimoji="1" lang="ko-KR" altLang="en-US" sz="16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의 </a:t>
                </a:r>
                <a:r>
                  <a:rPr kumimoji="1" lang="en-US" altLang="ko-KR" sz="16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closed-form </a:t>
                </a:r>
                <a:r>
                  <a:rPr kumimoji="1" lang="ko-KR" altLang="en-US" sz="16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자체가 </a:t>
                </a:r>
                <a14:m>
                  <m:oMath xmlns:m="http://schemas.openxmlformats.org/officeDocument/2006/math">
                    <m:r>
                      <a:rPr kumimoji="1"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</m:oMath>
                </a14:m>
                <a:r>
                  <a:rPr kumimoji="1" lang="ko-KR" altLang="en-US" sz="1600" b="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와 </a:t>
                </a:r>
                <a14:m>
                  <m:oMath xmlns:m="http://schemas.openxmlformats.org/officeDocument/2006/math">
                    <m:r>
                      <a:rPr kumimoji="1"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𝜎</m:t>
                    </m:r>
                  </m:oMath>
                </a14:m>
                <a:r>
                  <a:rPr kumimoji="1" lang="ko-KR" altLang="en-US" sz="1600" b="0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에</a:t>
                </a:r>
                <a:r>
                  <a:rPr kumimoji="1" lang="ko-KR" altLang="en-US" sz="1600" b="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대한 </a:t>
                </a:r>
                <a:r>
                  <a:rPr kumimoji="1" lang="en-US" altLang="ko-KR" sz="1600" b="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term</a:t>
                </a:r>
                <a:r>
                  <a:rPr kumimoji="1" lang="ko-KR" altLang="en-US" sz="1600" b="0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으로</a:t>
                </a:r>
                <a:r>
                  <a:rPr kumimoji="1" lang="ko-KR" altLang="en-US" sz="1600" b="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kumimoji="1" lang="en-US" altLang="ko-KR" sz="1600" b="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kumimoji="1" lang="en-US" altLang="ko-KR" sz="1600" b="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additive</a:t>
                </a:r>
                <a:r>
                  <a:rPr kumimoji="1" lang="ko-KR" altLang="en-US" sz="1600" b="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하게 분리된다</a:t>
                </a:r>
                <a:r>
                  <a:rPr kumimoji="1" lang="en-US" altLang="ko-KR" sz="1600" b="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B5ADAA8-0F58-55CC-DBB7-A5DBDFE75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206" y="4986063"/>
                <a:ext cx="4561762" cy="584775"/>
              </a:xfrm>
              <a:prstGeom prst="rect">
                <a:avLst/>
              </a:prstGeom>
              <a:blipFill>
                <a:blip r:embed="rId3"/>
                <a:stretch>
                  <a:fillRect l="-278" t="-2128" b="-127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DDC4DB-D226-81D3-FD3C-9506D2A311A2}"/>
                  </a:ext>
                </a:extLst>
              </p:cNvPr>
              <p:cNvSpPr txBox="1"/>
              <p:nvPr/>
            </p:nvSpPr>
            <p:spPr>
              <a:xfrm>
                <a:off x="323815" y="6549835"/>
                <a:ext cx="1208606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따라서 </a:t>
                </a:r>
                <a14:m>
                  <m:oMath xmlns:m="http://schemas.openxmlformats.org/officeDocument/2006/math">
                    <m:r>
                      <a:rPr kumimoji="1" lang="en-US" altLang="ko-KR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</m:oMath>
                </a14:m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가 높은 곳을 탐색하고 싶어하는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exploitation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과 불확실성이 큰 곳까지 탐색하고 싶어하는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exploration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이 자동으로 조절된다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DDC4DB-D226-81D3-FD3C-9506D2A31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15" y="6549835"/>
                <a:ext cx="12086066" cy="338554"/>
              </a:xfrm>
              <a:prstGeom prst="rect">
                <a:avLst/>
              </a:prstGeom>
              <a:blipFill>
                <a:blip r:embed="rId4"/>
                <a:stretch>
                  <a:fillRect l="-210" t="-3571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D2B4329C-0FD2-438D-281A-F1F6E9BC722F}"/>
                  </a:ext>
                </a:extLst>
              </p:cNvPr>
              <p:cNvSpPr/>
              <p:nvPr/>
            </p:nvSpPr>
            <p:spPr>
              <a:xfrm>
                <a:off x="0" y="2544303"/>
                <a:ext cx="12192000" cy="1769394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dirty="0">
                    <a:solidFill>
                      <a:schemeClr val="tx1"/>
                    </a:solidFill>
                  </a:rPr>
                  <a:t>Sequential Decision</a:t>
                </a:r>
                <a:r>
                  <a:rPr kumimoji="1" lang="ko-KR" altLang="en-US" dirty="0">
                    <a:solidFill>
                      <a:schemeClr val="tx1"/>
                    </a:solidFill>
                  </a:rPr>
                  <a:t>에서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kumimoji="1" lang="ko-KR" altLang="en-US" dirty="0">
                    <a:solidFill>
                      <a:schemeClr val="tx1"/>
                    </a:solidFill>
                  </a:rPr>
                  <a:t>만큼의 </a:t>
                </a:r>
                <a:r>
                  <a:rPr kumimoji="1" lang="en-US" altLang="ko-KR" dirty="0">
                    <a:solidFill>
                      <a:schemeClr val="tx1"/>
                    </a:solidFill>
                  </a:rPr>
                  <a:t>horizon</a:t>
                </a:r>
                <a:r>
                  <a:rPr kumimoji="1" lang="ko-KR" altLang="en-US" dirty="0">
                    <a:solidFill>
                      <a:schemeClr val="tx1"/>
                    </a:solidFill>
                  </a:rPr>
                  <a:t>을 고려하기 어려워 근사해서 사용하기로 했다</a:t>
                </a:r>
                <a:r>
                  <a:rPr kumimoji="1"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algn="ctr"/>
                <a:endParaRPr kumimoji="1" lang="en-US" altLang="ko-KR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ko-KR" altLang="en-US" dirty="0">
                    <a:solidFill>
                      <a:schemeClr val="tx1"/>
                    </a:solidFill>
                  </a:rPr>
                  <a:t>그런데 </a:t>
                </a:r>
                <a:r>
                  <a:rPr kumimoji="1" lang="en-US" altLang="ko-KR" dirty="0">
                    <a:solidFill>
                      <a:schemeClr val="tx1"/>
                    </a:solidFill>
                  </a:rPr>
                  <a:t>EI</a:t>
                </a:r>
                <a:r>
                  <a:rPr kumimoji="1" lang="ko-KR" altLang="en-US" dirty="0">
                    <a:solidFill>
                      <a:schemeClr val="tx1"/>
                    </a:solidFill>
                  </a:rPr>
                  <a:t>와 </a:t>
                </a:r>
                <a:r>
                  <a:rPr kumimoji="1" lang="en-US" altLang="ko-KR" dirty="0">
                    <a:solidFill>
                      <a:schemeClr val="tx1"/>
                    </a:solidFill>
                  </a:rPr>
                  <a:t>KG </a:t>
                </a:r>
                <a:r>
                  <a:rPr kumimoji="1" lang="ko-KR" altLang="en-US" dirty="0">
                    <a:solidFill>
                      <a:schemeClr val="tx1"/>
                    </a:solidFill>
                  </a:rPr>
                  <a:t>같은 책에서 설명하는 대부분의 </a:t>
                </a:r>
                <a:r>
                  <a:rPr kumimoji="1" lang="en-US" altLang="ko-KR" dirty="0">
                    <a:solidFill>
                      <a:schemeClr val="tx1"/>
                    </a:solidFill>
                  </a:rPr>
                  <a:t>acquisition function</a:t>
                </a:r>
                <a:r>
                  <a:rPr kumimoji="1" lang="ko-KR" altLang="en-US" dirty="0">
                    <a:solidFill>
                      <a:schemeClr val="tx1"/>
                    </a:solidFill>
                  </a:rPr>
                  <a:t>은 </a:t>
                </a:r>
                <a:r>
                  <a:rPr kumimoji="1" lang="en-US" altLang="ko-KR" dirty="0">
                    <a:solidFill>
                      <a:schemeClr val="tx1"/>
                    </a:solidFill>
                  </a:rPr>
                  <a:t>one-step lookahead</a:t>
                </a:r>
                <a:r>
                  <a:rPr kumimoji="1" lang="ko-KR" altLang="en-US" dirty="0">
                    <a:solidFill>
                      <a:schemeClr val="tx1"/>
                    </a:solidFill>
                  </a:rPr>
                  <a:t>이다</a:t>
                </a:r>
                <a:r>
                  <a:rPr kumimoji="1"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algn="ctr"/>
                <a:endParaRPr kumimoji="1" lang="en-US" altLang="ko-KR" dirty="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ko-KR" altLang="en-US" dirty="0">
                    <a:solidFill>
                      <a:schemeClr val="tx1"/>
                    </a:solidFill>
                  </a:rPr>
                  <a:t>이 정도 근사만 해도 </a:t>
                </a:r>
                <a:r>
                  <a:rPr kumimoji="1" lang="ko-KR" altLang="en-US" dirty="0" err="1">
                    <a:solidFill>
                      <a:schemeClr val="tx1"/>
                    </a:solidFill>
                  </a:rPr>
                  <a:t>괜찮은걸까</a:t>
                </a:r>
                <a:r>
                  <a:rPr kumimoji="1" lang="en-US" altLang="ko-KR" dirty="0">
                    <a:solidFill>
                      <a:schemeClr val="tx1"/>
                    </a:solidFill>
                  </a:rPr>
                  <a:t>??</a:t>
                </a:r>
                <a:endParaRPr kumimoji="1"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D2B4329C-0FD2-438D-281A-F1F6E9BC72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44303"/>
                <a:ext cx="12192000" cy="17693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3288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8B3AD0-9767-D88C-96AD-B492C4B52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Approximating one-step lookahead is okay because of model-misspecification.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8E9A99-EF1F-DCEA-D016-178E07FD4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31" y="1054210"/>
            <a:ext cx="7772400" cy="20726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1B7B7E-6F97-14D2-CE91-BFA2A3332F43}"/>
                  </a:ext>
                </a:extLst>
              </p:cNvPr>
              <p:cNvSpPr txBox="1"/>
              <p:nvPr/>
            </p:nvSpPr>
            <p:spPr>
              <a:xfrm>
                <a:off x="9148667" y="1848366"/>
                <a:ext cx="19064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total cost : </a:t>
                </a:r>
                <a14:m>
                  <m:oMath xmlns:m="http://schemas.openxmlformats.org/officeDocument/2006/math"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</m:t>
                    </m:r>
                    <m:d>
                      <m:d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e>
                          <m:sup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𝜏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𝑞</m:t>
                            </m:r>
                          </m:e>
                          <m:sup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𝜏</m:t>
                            </m:r>
                          </m:sup>
                        </m:sSup>
                      </m:e>
                    </m:d>
                  </m:oMath>
                </a14:m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1B7B7E-6F97-14D2-CE91-BFA2A3332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8667" y="1848366"/>
                <a:ext cx="1906419" cy="338554"/>
              </a:xfrm>
              <a:prstGeom prst="rect">
                <a:avLst/>
              </a:prstGeom>
              <a:blipFill>
                <a:blip r:embed="rId3"/>
                <a:stretch>
                  <a:fillRect l="-1987" t="-3571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0F3D2C-3D57-73D2-FBAE-3D88E37C23DA}"/>
                  </a:ext>
                </a:extLst>
              </p:cNvPr>
              <p:cNvSpPr txBox="1"/>
              <p:nvPr/>
            </p:nvSpPr>
            <p:spPr>
              <a:xfrm>
                <a:off x="8491331" y="2252935"/>
                <a:ext cx="35794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computationally intractable for large </a:t>
                </a:r>
                <a14:m>
                  <m:oMath xmlns:m="http://schemas.openxmlformats.org/officeDocument/2006/math"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𝜏</m:t>
                    </m:r>
                  </m:oMath>
                </a14:m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0F3D2C-3D57-73D2-FBAE-3D88E37C2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1331" y="2252935"/>
                <a:ext cx="3579441" cy="338554"/>
              </a:xfrm>
              <a:prstGeom prst="rect">
                <a:avLst/>
              </a:prstGeom>
              <a:blipFill>
                <a:blip r:embed="rId4"/>
                <a:stretch>
                  <a:fillRect l="-707" t="-3571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그룹 15">
            <a:extLst>
              <a:ext uri="{FF2B5EF4-FFF2-40B4-BE49-F238E27FC236}">
                <a16:creationId xmlns:a16="http://schemas.microsoft.com/office/drawing/2014/main" id="{48CAB00F-F75A-5EFD-A7AE-E1E5875D32B9}"/>
              </a:ext>
            </a:extLst>
          </p:cNvPr>
          <p:cNvGrpSpPr/>
          <p:nvPr/>
        </p:nvGrpSpPr>
        <p:grpSpPr>
          <a:xfrm>
            <a:off x="1093304" y="3113266"/>
            <a:ext cx="1033669" cy="226282"/>
            <a:chOff x="1093304" y="3113266"/>
            <a:chExt cx="1033669" cy="226282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D81A8C80-CCAF-12E5-CBD8-3C4B589C48F0}"/>
                </a:ext>
              </a:extLst>
            </p:cNvPr>
            <p:cNvCxnSpPr/>
            <p:nvPr/>
          </p:nvCxnSpPr>
          <p:spPr>
            <a:xfrm>
              <a:off x="1093304" y="3126850"/>
              <a:ext cx="0" cy="21269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직선 연결선[R] 9">
              <a:extLst>
                <a:ext uri="{FF2B5EF4-FFF2-40B4-BE49-F238E27FC236}">
                  <a16:creationId xmlns:a16="http://schemas.microsoft.com/office/drawing/2014/main" id="{93911466-E016-F378-1162-A1501F8CB851}"/>
                </a:ext>
              </a:extLst>
            </p:cNvPr>
            <p:cNvCxnSpPr>
              <a:cxnSpLocks/>
            </p:cNvCxnSpPr>
            <p:nvPr/>
          </p:nvCxnSpPr>
          <p:spPr>
            <a:xfrm>
              <a:off x="2126973" y="3113266"/>
              <a:ext cx="0" cy="22528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직선 연결선[R] 10">
              <a:extLst>
                <a:ext uri="{FF2B5EF4-FFF2-40B4-BE49-F238E27FC236}">
                  <a16:creationId xmlns:a16="http://schemas.microsoft.com/office/drawing/2014/main" id="{D4C6843D-1B47-0FDD-3EAF-F221B4F011B9}"/>
                </a:ext>
              </a:extLst>
            </p:cNvPr>
            <p:cNvCxnSpPr>
              <a:cxnSpLocks/>
            </p:cNvCxnSpPr>
            <p:nvPr/>
          </p:nvCxnSpPr>
          <p:spPr>
            <a:xfrm>
              <a:off x="1093304" y="3338553"/>
              <a:ext cx="103366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E61E956-F706-33BC-DC31-7504B27FA2E8}"/>
              </a:ext>
            </a:extLst>
          </p:cNvPr>
          <p:cNvGrpSpPr/>
          <p:nvPr/>
        </p:nvGrpSpPr>
        <p:grpSpPr>
          <a:xfrm>
            <a:off x="3087757" y="3112271"/>
            <a:ext cx="1033669" cy="226282"/>
            <a:chOff x="1093304" y="3113266"/>
            <a:chExt cx="1033669" cy="226282"/>
          </a:xfrm>
        </p:grpSpPr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FEA3CB98-1F33-8EA7-8BF9-A227342AAF7A}"/>
                </a:ext>
              </a:extLst>
            </p:cNvPr>
            <p:cNvCxnSpPr/>
            <p:nvPr/>
          </p:nvCxnSpPr>
          <p:spPr>
            <a:xfrm>
              <a:off x="1093304" y="3126850"/>
              <a:ext cx="0" cy="21269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연결선[R] 18">
              <a:extLst>
                <a:ext uri="{FF2B5EF4-FFF2-40B4-BE49-F238E27FC236}">
                  <a16:creationId xmlns:a16="http://schemas.microsoft.com/office/drawing/2014/main" id="{158A4576-32F7-6A7C-F219-27939A838573}"/>
                </a:ext>
              </a:extLst>
            </p:cNvPr>
            <p:cNvCxnSpPr>
              <a:cxnSpLocks/>
            </p:cNvCxnSpPr>
            <p:nvPr/>
          </p:nvCxnSpPr>
          <p:spPr>
            <a:xfrm>
              <a:off x="2126973" y="3113266"/>
              <a:ext cx="0" cy="22528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직선 연결선[R] 19">
              <a:extLst>
                <a:ext uri="{FF2B5EF4-FFF2-40B4-BE49-F238E27FC236}">
                  <a16:creationId xmlns:a16="http://schemas.microsoft.com/office/drawing/2014/main" id="{2BDF425F-7D4B-1399-C37B-DFFC7F7773B6}"/>
                </a:ext>
              </a:extLst>
            </p:cNvPr>
            <p:cNvCxnSpPr>
              <a:cxnSpLocks/>
            </p:cNvCxnSpPr>
            <p:nvPr/>
          </p:nvCxnSpPr>
          <p:spPr>
            <a:xfrm>
              <a:off x="1093304" y="3338553"/>
              <a:ext cx="103366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42AE6B6-399C-A54C-34D0-3DE982405BF5}"/>
              </a:ext>
            </a:extLst>
          </p:cNvPr>
          <p:cNvGrpSpPr/>
          <p:nvPr/>
        </p:nvGrpSpPr>
        <p:grpSpPr>
          <a:xfrm>
            <a:off x="6096000" y="3112271"/>
            <a:ext cx="1033669" cy="226282"/>
            <a:chOff x="1093304" y="3113266"/>
            <a:chExt cx="1033669" cy="226282"/>
          </a:xfrm>
        </p:grpSpPr>
        <p:cxnSp>
          <p:nvCxnSpPr>
            <p:cNvPr id="22" name="직선 연결선[R] 21">
              <a:extLst>
                <a:ext uri="{FF2B5EF4-FFF2-40B4-BE49-F238E27FC236}">
                  <a16:creationId xmlns:a16="http://schemas.microsoft.com/office/drawing/2014/main" id="{F554CCE0-35BB-AF99-95EB-50E287AB89F3}"/>
                </a:ext>
              </a:extLst>
            </p:cNvPr>
            <p:cNvCxnSpPr/>
            <p:nvPr/>
          </p:nvCxnSpPr>
          <p:spPr>
            <a:xfrm>
              <a:off x="1093304" y="3126850"/>
              <a:ext cx="0" cy="21269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직선 연결선[R] 22">
              <a:extLst>
                <a:ext uri="{FF2B5EF4-FFF2-40B4-BE49-F238E27FC236}">
                  <a16:creationId xmlns:a16="http://schemas.microsoft.com/office/drawing/2014/main" id="{AC88C048-B051-0EBB-1D18-3FE7462F195C}"/>
                </a:ext>
              </a:extLst>
            </p:cNvPr>
            <p:cNvCxnSpPr>
              <a:cxnSpLocks/>
            </p:cNvCxnSpPr>
            <p:nvPr/>
          </p:nvCxnSpPr>
          <p:spPr>
            <a:xfrm>
              <a:off x="2126973" y="3113266"/>
              <a:ext cx="0" cy="22528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직선 연결선[R] 23">
              <a:extLst>
                <a:ext uri="{FF2B5EF4-FFF2-40B4-BE49-F238E27FC236}">
                  <a16:creationId xmlns:a16="http://schemas.microsoft.com/office/drawing/2014/main" id="{B914A21F-1CD6-4073-7206-BC7CA45A8811}"/>
                </a:ext>
              </a:extLst>
            </p:cNvPr>
            <p:cNvCxnSpPr>
              <a:cxnSpLocks/>
            </p:cNvCxnSpPr>
            <p:nvPr/>
          </p:nvCxnSpPr>
          <p:spPr>
            <a:xfrm>
              <a:off x="1093304" y="3338553"/>
              <a:ext cx="103366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586287A-3EA8-4803-796A-83822783A57D}"/>
                  </a:ext>
                </a:extLst>
              </p:cNvPr>
              <p:cNvSpPr txBox="1"/>
              <p:nvPr/>
            </p:nvSpPr>
            <p:spPr>
              <a:xfrm>
                <a:off x="1213401" y="3334781"/>
                <a:ext cx="7934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1"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nq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586287A-3EA8-4803-796A-83822783A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401" y="3334781"/>
                <a:ext cx="793474" cy="36933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9D3AA0A-7B7A-3023-87D0-9EC2A30DE1E5}"/>
                  </a:ext>
                </a:extLst>
              </p:cNvPr>
              <p:cNvSpPr txBox="1"/>
              <p:nvPr/>
            </p:nvSpPr>
            <p:spPr>
              <a:xfrm>
                <a:off x="3207855" y="3334781"/>
                <a:ext cx="7934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1"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nq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9D3AA0A-7B7A-3023-87D0-9EC2A30DE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855" y="3334781"/>
                <a:ext cx="793474" cy="36933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403797D-D95B-7D6B-CF22-BB0FB7668096}"/>
                  </a:ext>
                </a:extLst>
              </p:cNvPr>
              <p:cNvSpPr txBox="1"/>
              <p:nvPr/>
            </p:nvSpPr>
            <p:spPr>
              <a:xfrm>
                <a:off x="6221894" y="3361819"/>
                <a:ext cx="7934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1"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nq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403797D-D95B-7D6B-CF22-BB0FB7668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894" y="3361819"/>
                <a:ext cx="793474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2D2D88DB-6DEB-63B0-7B27-DDBDEFAA7E2E}"/>
              </a:ext>
            </a:extLst>
          </p:cNvPr>
          <p:cNvSpPr txBox="1"/>
          <p:nvPr/>
        </p:nvSpPr>
        <p:spPr>
          <a:xfrm>
            <a:off x="2447706" y="3361819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kumimoji="1"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FB0550-76C8-19A6-43B9-1A983F5426C6}"/>
              </a:ext>
            </a:extLst>
          </p:cNvPr>
          <p:cNvSpPr txBox="1"/>
          <p:nvPr/>
        </p:nvSpPr>
        <p:spPr>
          <a:xfrm>
            <a:off x="4334800" y="3361819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kumimoji="1"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6151BDA7-B507-2A38-A1DA-F90ACCD281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4037" y="3429012"/>
            <a:ext cx="336544" cy="23494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A847FC9-4AFA-4837-2420-448264ED1C3A}"/>
              </a:ext>
            </a:extLst>
          </p:cNvPr>
          <p:cNvSpPr txBox="1"/>
          <p:nvPr/>
        </p:nvSpPr>
        <p:spPr>
          <a:xfrm>
            <a:off x="5776682" y="3361819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kumimoji="1"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522EC7E-E02A-6AC2-9B30-126337921787}"/>
                  </a:ext>
                </a:extLst>
              </p:cNvPr>
              <p:cNvSpPr txBox="1"/>
              <p:nvPr/>
            </p:nvSpPr>
            <p:spPr>
              <a:xfrm>
                <a:off x="7166108" y="3361819"/>
                <a:ext cx="7934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𝜏</m:t>
                          </m:r>
                          <m:r>
                            <m:rPr>
                              <m:sty m:val="p"/>
                            </m:rPr>
                            <a:rPr kumimoji="1"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nq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522EC7E-E02A-6AC2-9B30-126337921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108" y="3361819"/>
                <a:ext cx="793474" cy="369332"/>
              </a:xfrm>
              <a:prstGeom prst="rect">
                <a:avLst/>
              </a:prstGeom>
              <a:blipFill>
                <a:blip r:embed="rId9"/>
                <a:stretch>
                  <a:fillRect r="-28571"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F3958990-E8D5-6BB5-F828-6746D8C4D847}"/>
              </a:ext>
            </a:extLst>
          </p:cNvPr>
          <p:cNvSpPr txBox="1"/>
          <p:nvPr/>
        </p:nvSpPr>
        <p:spPr>
          <a:xfrm>
            <a:off x="9079801" y="1548297"/>
            <a:ext cx="20441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exponentially grow</a:t>
            </a:r>
            <a:endParaRPr kumimoji="1"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CBD526-EEF0-7980-6FB9-F821B2563AEE}"/>
              </a:ext>
            </a:extLst>
          </p:cNvPr>
          <p:cNvSpPr txBox="1"/>
          <p:nvPr/>
        </p:nvSpPr>
        <p:spPr>
          <a:xfrm>
            <a:off x="8722219" y="3385645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linearly grow</a:t>
            </a:r>
            <a:endParaRPr kumimoji="1"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2E6DF9-AB95-37B6-FCCC-19A0EB066F3A}"/>
              </a:ext>
            </a:extLst>
          </p:cNvPr>
          <p:cNvSpPr txBox="1"/>
          <p:nvPr/>
        </p:nvSpPr>
        <p:spPr>
          <a:xfrm>
            <a:off x="7533352" y="3790214"/>
            <a:ext cx="4658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우선 계산을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tractable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하게 할 수 있음은 자명하다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829987-7E66-DC4D-9CB7-16746444F028}"/>
              </a:ext>
            </a:extLst>
          </p:cNvPr>
          <p:cNvSpPr txBox="1"/>
          <p:nvPr/>
        </p:nvSpPr>
        <p:spPr>
          <a:xfrm>
            <a:off x="753698" y="4340087"/>
            <a:ext cx="42803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또한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utility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가 대부분의 경우 모델에 의존한다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4F245E-EB88-A4E4-30F3-6546F1103368}"/>
              </a:ext>
            </a:extLst>
          </p:cNvPr>
          <p:cNvSpPr txBox="1"/>
          <p:nvPr/>
        </p:nvSpPr>
        <p:spPr>
          <a:xfrm>
            <a:off x="4903305" y="4338124"/>
            <a:ext cx="5594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즉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모델의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GP prior / 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커널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노이즈 가정들에 의존하게 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D66BB0A-0FCE-FDDB-BA36-07084814CA07}"/>
              </a:ext>
            </a:extLst>
          </p:cNvPr>
          <p:cNvCxnSpPr/>
          <p:nvPr/>
        </p:nvCxnSpPr>
        <p:spPr>
          <a:xfrm>
            <a:off x="887896" y="4982816"/>
            <a:ext cx="3255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D4CF8DD-071C-1E30-0D2F-3808E0435F9C}"/>
              </a:ext>
            </a:extLst>
          </p:cNvPr>
          <p:cNvSpPr txBox="1"/>
          <p:nvPr/>
        </p:nvSpPr>
        <p:spPr>
          <a:xfrm>
            <a:off x="1318592" y="4811971"/>
            <a:ext cx="97177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Model-Misspecification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의 경우 잘못된 모델로 내린 결정을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sequential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하게 수행하게 되면 오차만 누적된다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35E9D4F2-C874-5B8B-BB32-B7C84CE50494}"/>
              </a:ext>
            </a:extLst>
          </p:cNvPr>
          <p:cNvCxnSpPr/>
          <p:nvPr/>
        </p:nvCxnSpPr>
        <p:spPr>
          <a:xfrm>
            <a:off x="887895" y="5387007"/>
            <a:ext cx="3255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A4DB8CB-21C3-5693-B54D-D7994B61803F}"/>
                  </a:ext>
                </a:extLst>
              </p:cNvPr>
              <p:cNvSpPr txBox="1"/>
              <p:nvPr/>
            </p:nvSpPr>
            <p:spPr>
              <a:xfrm>
                <a:off x="1318592" y="5213850"/>
                <a:ext cx="10382714" cy="10849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R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𝜏</m:t>
                    </m:r>
                    <m:r>
                      <a:rPr kumimoji="1" lang="en-US" altLang="ko-KR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kumimoji="1" lang="en-US" altLang="ko-KR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𝑠𝑡𝑒𝑝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에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서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는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틀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린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모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델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로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미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래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를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최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적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화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하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면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오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히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려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잘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못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된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방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향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으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로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과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도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하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게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계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획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할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수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kumimoji="1" lang="ko-KR" altLang="en-US" sz="16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있</m:t>
                    </m:r>
                    <m:r>
                      <a:rPr kumimoji="1" lang="ko-KR" alt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다</m:t>
                    </m:r>
                    <m:r>
                      <a:rPr kumimoji="1" lang="en-US" altLang="ko-KR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kumimoji="1" lang="en-US" altLang="ko-KR" sz="16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endParaRPr kumimoji="1" lang="en-US" altLang="ko-KR" sz="1600" b="0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kumimoji="1" lang="ko-KR" altLang="en-US" sz="16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반면 </a:t>
                </a:r>
                <a:r>
                  <a:rPr kumimoji="1" lang="en-US" altLang="ko-KR" sz="16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1-step</a:t>
                </a:r>
                <a:r>
                  <a:rPr kumimoji="1" lang="ko-KR" altLang="en-US" sz="16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은 모델 가정에 보다 적게 오차가 누적되므로 오히려 </a:t>
                </a:r>
                <a:r>
                  <a:rPr kumimoji="1" lang="en-US" altLang="ko-KR" sz="16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myopic</a:t>
                </a:r>
                <a:r>
                  <a:rPr kumimoji="1" lang="ko-KR" altLang="en-US" sz="16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한 방법이 실제 성능이 더 좋을 수도 있다</a:t>
                </a:r>
                <a:r>
                  <a:rPr kumimoji="1" lang="en-US" altLang="ko-KR" sz="16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.</a:t>
                </a:r>
                <a:endParaRPr kumimoji="1" lang="en-US" altLang="ko-KR" sz="1600" b="0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endParaRPr kumimoji="1" lang="en-US" altLang="ko-KR" sz="1600" b="0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A4DB8CB-21C3-5693-B54D-D7994B618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592" y="5213850"/>
                <a:ext cx="10382714" cy="1084977"/>
              </a:xfrm>
              <a:prstGeom prst="rect">
                <a:avLst/>
              </a:prstGeom>
              <a:blipFill>
                <a:blip r:embed="rId10"/>
                <a:stretch>
                  <a:fillRect l="-244" b="-58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6C52AA6A-DF55-7037-6E2E-7A63BEA34F66}"/>
              </a:ext>
            </a:extLst>
          </p:cNvPr>
          <p:cNvSpPr txBox="1"/>
          <p:nvPr/>
        </p:nvSpPr>
        <p:spPr>
          <a:xfrm>
            <a:off x="7950454" y="6098146"/>
            <a:ext cx="4241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H.J.Kushner</a:t>
            </a:r>
            <a:r>
              <a:rPr kumimoji="1" lang="en-US" altLang="ko-K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1964, Journal of Basic Engineering</a:t>
            </a:r>
            <a:endParaRPr kumimoji="1" lang="ko-KR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105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/>
      <p:bldP spid="33" grpId="0"/>
      <p:bldP spid="34" grpId="0"/>
      <p:bldP spid="36" grpId="0"/>
      <p:bldP spid="37" grpId="0"/>
      <p:bldP spid="38" grpId="0"/>
      <p:bldP spid="39" grpId="0"/>
      <p:bldP spid="42" grpId="0"/>
      <p:bldP spid="44" grpId="0"/>
      <p:bldP spid="4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A90962-679B-7C5F-54CB-34BAE3689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Q. </a:t>
            </a:r>
            <a:r>
              <a:rPr kumimoji="1" lang="ko-KR" altLang="en-US" dirty="0"/>
              <a:t>실용적인 </a:t>
            </a:r>
            <a:r>
              <a:rPr kumimoji="1" lang="en-US" altLang="ko-KR" dirty="0"/>
              <a:t>score</a:t>
            </a:r>
            <a:r>
              <a:rPr kumimoji="1" lang="ko-KR" altLang="en-US" dirty="0"/>
              <a:t>에서 </a:t>
            </a:r>
            <a:r>
              <a:rPr kumimoji="1" lang="en-US" altLang="ko-KR" dirty="0"/>
              <a:t>risk tolerance parameter</a:t>
            </a:r>
            <a:r>
              <a:rPr kumimoji="1" lang="ko-KR" altLang="en-US" dirty="0"/>
              <a:t>가 동적으로 바뀌어도 </a:t>
            </a:r>
            <a:r>
              <a:rPr kumimoji="1" lang="ko-KR" altLang="en-US" dirty="0" err="1"/>
              <a:t>괜찮은건지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5230B2-C9E6-630F-6ABC-F734078D90DA}"/>
                  </a:ext>
                </a:extLst>
              </p:cNvPr>
              <p:cNvSpPr txBox="1"/>
              <p:nvPr/>
            </p:nvSpPr>
            <p:spPr>
              <a:xfrm>
                <a:off x="760903" y="1796052"/>
                <a:ext cx="10767628" cy="7746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kumimoji="1"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kumimoji="1"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초반의 </a:t>
                </a:r>
                <a:r>
                  <a:rPr kumimoji="1"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risk </a:t>
                </a:r>
                <a:r>
                  <a:rPr kumimoji="1"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성향과 중간 그리고 </a:t>
                </a:r>
                <a:r>
                  <a:rPr kumimoji="1" lang="ko-KR" alt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추천시</a:t>
                </a:r>
                <a:r>
                  <a:rPr kumimoji="1"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성향은 당연히 달라질 수 있기 때문에 직관적으로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≈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1" lang="ko-KR" alt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와 같이</a:t>
                </a:r>
                <a:endParaRPr kumimoji="1" lang="en-US" altLang="ko-KR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kumimoji="1"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반복에 따라 변화하는 것은 적절하다</a:t>
                </a:r>
                <a:r>
                  <a:rPr kumimoji="1"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1" lang="en-US" altLang="ko-KR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5230B2-C9E6-630F-6ABC-F734078D9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903" y="1796052"/>
                <a:ext cx="10767628" cy="774636"/>
              </a:xfrm>
              <a:prstGeom prst="rect">
                <a:avLst/>
              </a:prstGeom>
              <a:blipFill>
                <a:blip r:embed="rId2"/>
                <a:stretch>
                  <a:fillRect l="-590" b="-112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D65C37-31D6-C672-D6AD-4FC407922A04}"/>
                  </a:ext>
                </a:extLst>
              </p:cNvPr>
              <p:cNvSpPr txBox="1"/>
              <p:nvPr/>
            </p:nvSpPr>
            <p:spPr>
              <a:xfrm>
                <a:off x="760903" y="2805427"/>
                <a:ext cx="10366812" cy="6987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30000"/>
                  </a:lnSpc>
                </a:pP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이런 최적화문제에서 많이 보이는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Annealing schedule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같은 걸 생각해보면 초반에는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exploration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을 권장하기 위해</a:t>
                </a:r>
                <a:endParaRPr kumimoji="1" lang="en-US" altLang="ko-K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kumimoji="1" lang="en-US" altLang="ko-KR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</m:oMath>
                </a14:m>
                <a:r>
                  <a:rPr kumimoji="1" lang="ko-KR" alt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를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늘렸다가 점점 수렴을 위해 </a:t>
                </a:r>
                <a:r>
                  <a:rPr kumimoji="1" lang="ko-KR" alt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줄여나가는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많은 연구들을 알 수 있다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D65C37-31D6-C672-D6AD-4FC407922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903" y="2805427"/>
                <a:ext cx="10366812" cy="698781"/>
              </a:xfrm>
              <a:prstGeom prst="rect">
                <a:avLst/>
              </a:prstGeom>
              <a:blipFill>
                <a:blip r:embed="rId3"/>
                <a:stretch>
                  <a:fillRect l="-367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74495E-7378-2996-39A6-89E09EE3FD50}"/>
                  </a:ext>
                </a:extLst>
              </p:cNvPr>
              <p:cNvSpPr txBox="1"/>
              <p:nvPr/>
            </p:nvSpPr>
            <p:spPr>
              <a:xfrm>
                <a:off x="760903" y="4063180"/>
                <a:ext cx="9840001" cy="6367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혹은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절의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GP-UCB</a:t>
                </a:r>
                <a:r>
                  <a:rPr kumimoji="1" lang="ko-KR" alt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를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살펴보면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+1</m:t>
                        </m:r>
                      </m:sub>
                    </m:sSub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𝑎𝑟𝑔𝑚𝑎</m:t>
                    </m:r>
                    <m:sSub>
                      <m:sSub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𝛽</m:t>
                            </m:r>
                          </m:e>
                          <m:sub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ko-KR" alt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와 같이 </a:t>
                </a:r>
                <a:r>
                  <a:rPr kumimoji="1" lang="en-US" altLang="ko-KR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policy</a:t>
                </a:r>
                <a:r>
                  <a:rPr kumimoji="1" lang="ko-KR" alt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를</a:t>
                </a:r>
                <a:r>
                  <a:rPr kumimoji="1" lang="ko-KR" alt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업데이트 하기도 한다</a:t>
                </a:r>
                <a:r>
                  <a:rPr kumimoji="1" lang="en-US" altLang="ko-KR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l"/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74495E-7378-2996-39A6-89E09EE3F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903" y="4063180"/>
                <a:ext cx="9840001" cy="636713"/>
              </a:xfrm>
              <a:prstGeom prst="rect">
                <a:avLst/>
              </a:prstGeom>
              <a:blipFill>
                <a:blip r:embed="rId4"/>
                <a:stretch>
                  <a:fillRect l="-3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AC8A6B2-3D28-B349-23E2-6397FA7228D7}"/>
              </a:ext>
            </a:extLst>
          </p:cNvPr>
          <p:cNvCxnSpPr/>
          <p:nvPr/>
        </p:nvCxnSpPr>
        <p:spPr>
          <a:xfrm>
            <a:off x="1523303" y="4867329"/>
            <a:ext cx="5981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E953262-237E-A69B-F657-040F0DD715E4}"/>
                  </a:ext>
                </a:extLst>
              </p:cNvPr>
              <p:cNvSpPr txBox="1"/>
              <p:nvPr/>
            </p:nvSpPr>
            <p:spPr>
              <a:xfrm>
                <a:off x="2237364" y="4647310"/>
                <a:ext cx="8155631" cy="6987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kumimoji="1"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가 커지더라도 데이터가 많아질수록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kumimoji="1"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가 로그 스케일로 커지는 것보다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b>
                        <m:r>
                          <a:rPr kumimoji="1"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가 더 빠르게</a:t>
                </a:r>
                <a:endParaRPr kumimoji="1" lang="en-US" altLang="ko-K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r>
                  <a:rPr kumimoji="1" lang="ko-KR" alt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으로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줄어들기 때문에 사용한다고 한다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E953262-237E-A69B-F657-040F0DD71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364" y="4647310"/>
                <a:ext cx="8155631" cy="698781"/>
              </a:xfrm>
              <a:prstGeom prst="rect">
                <a:avLst/>
              </a:prstGeom>
              <a:blipFill>
                <a:blip r:embed="rId5"/>
                <a:stretch>
                  <a:fillRect l="-467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DEEE9F1-2D0E-FC04-94FE-B73DD922B8F8}"/>
                  </a:ext>
                </a:extLst>
              </p:cNvPr>
              <p:cNvSpPr txBox="1"/>
              <p:nvPr/>
            </p:nvSpPr>
            <p:spPr>
              <a:xfrm>
                <a:off x="3702512" y="3765172"/>
                <a:ext cx="610516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≈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𝑙𝑜𝑔𝑡</m:t>
                      </m:r>
                    </m:oMath>
                  </m:oMathPara>
                </a14:m>
                <a:endParaRPr kumimoji="1" lang="en-US" altLang="ko-KR" b="0" dirty="0">
                  <a:cs typeface="Arial" panose="020B0604020202020204" pitchFamily="34" charset="0"/>
                </a:endParaRP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DEEE9F1-2D0E-FC04-94FE-B73DD922B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512" y="3765172"/>
                <a:ext cx="6105166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F1A371A-5435-6E07-C096-27BAA4C3B43F}"/>
              </a:ext>
            </a:extLst>
          </p:cNvPr>
          <p:cNvSpPr txBox="1"/>
          <p:nvPr/>
        </p:nvSpPr>
        <p:spPr>
          <a:xfrm>
            <a:off x="2237364" y="5346091"/>
            <a:ext cx="3300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자세한 이론적 검증은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장 참고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.)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B4E028-79A7-1BD4-D6AD-61FD1D069C97}"/>
              </a:ext>
            </a:extLst>
          </p:cNvPr>
          <p:cNvSpPr txBox="1"/>
          <p:nvPr/>
        </p:nvSpPr>
        <p:spPr>
          <a:xfrm>
            <a:off x="5944309" y="6519446"/>
            <a:ext cx="64956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이 두 가지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acquisition function 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외에도 다른 획득함수도 존재한다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A0C2FE-CDED-3B6B-17DD-8E9654EF70E4}"/>
                  </a:ext>
                </a:extLst>
              </p:cNvPr>
              <p:cNvSpPr txBox="1"/>
              <p:nvPr/>
            </p:nvSpPr>
            <p:spPr>
              <a:xfrm>
                <a:off x="831777" y="1053657"/>
                <a:ext cx="15510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𝜇</m:t>
                      </m:r>
                      <m:d>
                        <m:d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𝛽𝜎</m:t>
                      </m:r>
                      <m:d>
                        <m:d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kumimoji="1" lang="ko-KR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A0C2FE-CDED-3B6B-17DD-8E9654EF7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77" y="1053657"/>
                <a:ext cx="1551066" cy="307777"/>
              </a:xfrm>
              <a:prstGeom prst="rect">
                <a:avLst/>
              </a:prstGeom>
              <a:blipFill>
                <a:blip r:embed="rId7"/>
                <a:stretch>
                  <a:fillRect l="-3252" b="-3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3775DF-3D28-62B1-DE0E-096264E56189}"/>
                  </a:ext>
                </a:extLst>
              </p:cNvPr>
              <p:cNvSpPr txBox="1"/>
              <p:nvPr/>
            </p:nvSpPr>
            <p:spPr>
              <a:xfrm>
                <a:off x="831777" y="1358021"/>
                <a:ext cx="19475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𝜎</m:t>
                      </m:r>
                      <m:d>
                        <m:d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𝑠𝑡𝑑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𝜙</m:t>
                          </m:r>
                        </m:e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kumimoji="1"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3775DF-3D28-62B1-DE0E-096264E56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77" y="1358021"/>
                <a:ext cx="1947584" cy="276999"/>
              </a:xfrm>
              <a:prstGeom prst="rect">
                <a:avLst/>
              </a:prstGeom>
              <a:blipFill>
                <a:blip r:embed="rId8"/>
                <a:stretch>
                  <a:fillRect l="-649" b="-409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012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5" grpId="0"/>
      <p:bldP spid="16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FACD32BD-FAC1-51C2-B0D8-544DD45643C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54459" y="245597"/>
                <a:ext cx="12037541" cy="383182"/>
              </a:xfrm>
            </p:spPr>
            <p:txBody>
              <a:bodyPr>
                <a:spAutoFit/>
              </a:bodyPr>
              <a:lstStyle/>
              <a:p>
                <a:r>
                  <a:rPr kumimoji="1" lang="en-US" altLang="ko-KR" dirty="0"/>
                  <a:t>PI is the conditional probability that the next reward exceeds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b="1" i="1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kumimoji="1" lang="en-US" altLang="ko-KR" dirty="0"/>
                  <a:t>.</a:t>
                </a:r>
                <a:endParaRPr kumimoji="1"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FACD32BD-FAC1-51C2-B0D8-544DD45643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54459" y="245597"/>
                <a:ext cx="12037541" cy="383182"/>
              </a:xfrm>
              <a:blipFill>
                <a:blip r:embed="rId2"/>
                <a:stretch>
                  <a:fillRect l="-527" t="-12903" b="-290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DBFC0F-5F4C-65BB-2FBD-441EC29B4AC5}"/>
                  </a:ext>
                </a:extLst>
              </p:cNvPr>
              <p:cNvSpPr txBox="1"/>
              <p:nvPr/>
            </p:nvSpPr>
            <p:spPr>
              <a:xfrm>
                <a:off x="355395" y="995239"/>
                <a:ext cx="501650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𝑃𝐼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;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𝜏</m:t>
                          </m:r>
                        </m:e>
                      </m:d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𝑃𝑟</m:t>
                      </m:r>
                      <m:d>
                        <m:d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’</m:t>
                              </m:r>
                            </m:e>
                          </m:d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&gt;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𝜏</m:t>
                          </m:r>
                        </m:e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</m:d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ko-KR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kumimoji="1" lang="en-US" altLang="ko-KR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  <m:r>
                                    <a:rPr kumimoji="1" lang="en-US" altLang="ko-KR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’</m:t>
                                  </m:r>
                                </m:e>
                              </m:d>
                              <m:r>
                                <a:rPr kumimoji="1" lang="en-US" altLang="ko-KR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&gt;</m:t>
                              </m:r>
                              <m:r>
                                <a:rPr kumimoji="1" lang="en-US" altLang="ko-KR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𝜏</m:t>
                              </m:r>
                            </m:e>
                          </m:d>
                        </m:e>
                        <m:e>
                          <m:r>
                            <a:rPr kumimoji="1"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kumimoji="1"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kumimoji="1"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DBFC0F-5F4C-65BB-2FBD-441EC29B4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95" y="995239"/>
                <a:ext cx="5016501" cy="246221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C8DAA5-E6E1-954F-1C10-76869F321FA9}"/>
                  </a:ext>
                </a:extLst>
              </p:cNvPr>
              <p:cNvSpPr txBox="1"/>
              <p:nvPr/>
            </p:nvSpPr>
            <p:spPr>
              <a:xfrm>
                <a:off x="355395" y="1259608"/>
                <a:ext cx="800770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τ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d>
                      <m:d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</m:d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ϵ</m:t>
                    </m:r>
                  </m:oMath>
                </a14:m>
                <a:r>
                  <a:rPr kumimoji="1" lang="ko-KR" alt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으로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본다면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reward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의 차이가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ϵ</m:t>
                    </m:r>
                  </m:oMath>
                </a14:m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보다 클 확률이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acquisition function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이 된다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C8DAA5-E6E1-954F-1C10-76869F321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95" y="1259608"/>
                <a:ext cx="8007705" cy="338554"/>
              </a:xfrm>
              <a:prstGeom prst="rect">
                <a:avLst/>
              </a:prstGeom>
              <a:blipFill>
                <a:blip r:embed="rId4"/>
                <a:stretch>
                  <a:fillRect t="-7407" b="-25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F28C28F-3BE8-97A3-6F84-52F1330EED95}"/>
              </a:ext>
            </a:extLst>
          </p:cNvPr>
          <p:cNvSpPr txBox="1"/>
          <p:nvPr/>
        </p:nvSpPr>
        <p:spPr>
          <a:xfrm>
            <a:off x="1397643" y="1781482"/>
            <a:ext cx="5365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개선할 확률이 높다고 해서 개선크기가 높은 것은 아니다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05BBCE-B486-5594-D8C8-998FB153D20E}"/>
              </a:ext>
            </a:extLst>
          </p:cNvPr>
          <p:cNvSpPr txBox="1"/>
          <p:nvPr/>
        </p:nvSpPr>
        <p:spPr>
          <a:xfrm>
            <a:off x="7828488" y="1862531"/>
            <a:ext cx="31454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PI : “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개선할 확률 최대화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algn="l"/>
            <a:endParaRPr kumimoji="1"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EI : “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개선량의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기댓값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최대화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5D1565D-2713-CC45-E48D-2BB3B453F10F}"/>
              </a:ext>
            </a:extLst>
          </p:cNvPr>
          <p:cNvCxnSpPr/>
          <p:nvPr/>
        </p:nvCxnSpPr>
        <p:spPr>
          <a:xfrm>
            <a:off x="4080428" y="2191617"/>
            <a:ext cx="0" cy="699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145BB3A-208D-FB66-8583-32334C9DF0BC}"/>
              </a:ext>
            </a:extLst>
          </p:cNvPr>
          <p:cNvSpPr txBox="1"/>
          <p:nvPr/>
        </p:nvSpPr>
        <p:spPr>
          <a:xfrm>
            <a:off x="1397643" y="3115763"/>
            <a:ext cx="73853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반드시 개선이 되지만 개선 크기를 무시해서 작은 개선을 과하게 추구할 수 있다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F0703E-630A-4C95-F4E8-526FBEE61E8A}"/>
              </a:ext>
            </a:extLst>
          </p:cNvPr>
          <p:cNvSpPr txBox="1"/>
          <p:nvPr/>
        </p:nvSpPr>
        <p:spPr>
          <a:xfrm>
            <a:off x="1397643" y="3454317"/>
            <a:ext cx="48173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그래서 실용적으로는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PI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보다는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EI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많이 사용한다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1C63F15-8843-01F4-8464-D50DD51EA4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5741" y="3977563"/>
            <a:ext cx="7772400" cy="119421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194A40E-18EB-1755-F7A4-5CA94BB99167}"/>
              </a:ext>
            </a:extLst>
          </p:cNvPr>
          <p:cNvSpPr txBox="1"/>
          <p:nvPr/>
        </p:nvSpPr>
        <p:spPr>
          <a:xfrm>
            <a:off x="6353542" y="3859226"/>
            <a:ext cx="5838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멀리까지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탐색하지 않고 그 주변 개선확률이 </a:t>
            </a:r>
            <a:r>
              <a:rPr kumimoji="1" lang="ko-KR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높은곳을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계속 탐색하게 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13A519-D655-E363-7605-A32D74DEBDBE}"/>
                  </a:ext>
                </a:extLst>
              </p:cNvPr>
              <p:cNvSpPr txBox="1"/>
              <p:nvPr/>
            </p:nvSpPr>
            <p:spPr>
              <a:xfrm>
                <a:off x="1472453" y="5378570"/>
                <a:ext cx="653877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이를 보완하기 위해 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Jones</a:t>
                </a:r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는 개선 목표를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p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αr</m:t>
                    </m:r>
                  </m:oMath>
                </a14:m>
                <a:r>
                  <a:rPr kumimoji="1" lang="ko-KR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로 잡자고 제안했다</a:t>
                </a:r>
                <a:r>
                  <a:rPr kumimoji="1"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13A519-D655-E363-7605-A32D74DEB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453" y="5378570"/>
                <a:ext cx="6538778" cy="338554"/>
              </a:xfrm>
              <a:prstGeom prst="rect">
                <a:avLst/>
              </a:prstGeom>
              <a:blipFill>
                <a:blip r:embed="rId6"/>
                <a:stretch>
                  <a:fillRect l="-583" t="-7143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BD3E4A4-B8E1-9AAF-7BF1-9D8DBDD46C5C}"/>
                  </a:ext>
                </a:extLst>
              </p:cNvPr>
              <p:cNvSpPr txBox="1"/>
              <p:nvPr/>
            </p:nvSpPr>
            <p:spPr>
              <a:xfrm>
                <a:off x="2403508" y="5800805"/>
                <a:ext cx="55803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α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</m:t>
                      </m:r>
                    </m:oMath>
                  </m:oMathPara>
                </a14:m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BD3E4A4-B8E1-9AAF-7BF1-9D8DBDD46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508" y="5800805"/>
                <a:ext cx="558038" cy="246221"/>
              </a:xfrm>
              <a:prstGeom prst="rect">
                <a:avLst/>
              </a:prstGeom>
              <a:blipFill>
                <a:blip r:embed="rId7"/>
                <a:stretch>
                  <a:fillRect l="-4444" r="-6667" b="-95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E28CCD41-E83B-42DD-8379-E2A6179C0FEC}"/>
              </a:ext>
            </a:extLst>
          </p:cNvPr>
          <p:cNvSpPr txBox="1"/>
          <p:nvPr/>
        </p:nvSpPr>
        <p:spPr>
          <a:xfrm>
            <a:off x="2961546" y="5770028"/>
            <a:ext cx="45207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현재 최고 평균을 조금이라도 넘으면 개선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쉬운 목표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7F30DA9-83AD-4A78-4108-C288BAC561EB}"/>
                  </a:ext>
                </a:extLst>
              </p:cNvPr>
              <p:cNvSpPr txBox="1"/>
              <p:nvPr/>
            </p:nvSpPr>
            <p:spPr>
              <a:xfrm>
                <a:off x="2403508" y="6139359"/>
                <a:ext cx="55803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α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&gt;0</m:t>
                      </m:r>
                    </m:oMath>
                  </m:oMathPara>
                </a14:m>
                <a:endParaRPr kumimoji="1" lang="ko-KR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7F30DA9-83AD-4A78-4108-C288BAC56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508" y="6139359"/>
                <a:ext cx="558038" cy="246221"/>
              </a:xfrm>
              <a:prstGeom prst="rect">
                <a:avLst/>
              </a:prstGeom>
              <a:blipFill>
                <a:blip r:embed="rId8"/>
                <a:stretch>
                  <a:fillRect l="-4444" r="-6667" b="-47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A7AA89EB-8599-B594-2B40-12C821908F70}"/>
              </a:ext>
            </a:extLst>
          </p:cNvPr>
          <p:cNvSpPr txBox="1"/>
          <p:nvPr/>
        </p:nvSpPr>
        <p:spPr>
          <a:xfrm>
            <a:off x="2961546" y="6108582"/>
            <a:ext cx="51587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현재 최고 평균보다 꽤 더 좋아야 개선으로 인정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어려운 목표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601A910-A9B6-91F9-8DB2-A186BEBA34C1}"/>
                  </a:ext>
                </a:extLst>
              </p:cNvPr>
              <p:cNvSpPr txBox="1"/>
              <p:nvPr/>
            </p:nvSpPr>
            <p:spPr>
              <a:xfrm>
                <a:off x="8120331" y="5389633"/>
                <a:ext cx="38876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r</m:t>
                    </m:r>
                  </m:oMath>
                </a14:m>
                <a:r>
                  <a:rPr kumimoji="1" lang="ko-KR" alt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을 최대값 </a:t>
                </a:r>
                <a:r>
                  <a:rPr kumimoji="1"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– </a:t>
                </a:r>
                <a:r>
                  <a:rPr kumimoji="1" lang="ko-KR" alt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최소값으로 두어 스케일이 달라도</a:t>
                </a:r>
                <a:endParaRPr kumimoji="1" lang="en-US" altLang="ko-KR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kumimoji="1" lang="ko-KR" alt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이를 반영하게끔 했다</a:t>
                </a:r>
                <a:r>
                  <a:rPr kumimoji="1"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1" lang="ko-KR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601A910-A9B6-91F9-8DB2-A186BEBA3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331" y="5389633"/>
                <a:ext cx="3887603" cy="523220"/>
              </a:xfrm>
              <a:prstGeom prst="rect">
                <a:avLst/>
              </a:prstGeom>
              <a:blipFill>
                <a:blip r:embed="rId9"/>
                <a:stretch>
                  <a:fillRect t="-2381" b="-95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8250F64-4B2D-D965-4117-F9D6221D6A5C}"/>
              </a:ext>
            </a:extLst>
          </p:cNvPr>
          <p:cNvSpPr txBox="1"/>
          <p:nvPr/>
        </p:nvSpPr>
        <p:spPr>
          <a:xfrm>
            <a:off x="0" y="6519446"/>
            <a:ext cx="42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D.R.Jones</a:t>
            </a:r>
            <a:r>
              <a:rPr kumimoji="1" lang="en-US" altLang="ko-K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2001, Journal of Global Optimization</a:t>
            </a:r>
            <a:endParaRPr kumimoji="1" lang="ko-KR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45C1AD-97D7-A6B9-4390-68015093335F}"/>
              </a:ext>
            </a:extLst>
          </p:cNvPr>
          <p:cNvSpPr txBox="1"/>
          <p:nvPr/>
        </p:nvSpPr>
        <p:spPr>
          <a:xfrm>
            <a:off x="7388400" y="6546404"/>
            <a:ext cx="48862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acquisition function</a:t>
            </a:r>
            <a:r>
              <a:rPr kumimoji="1" lang="ko-KR" alt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에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따라 탐색 전략이 달라진다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911514-ED3C-80EA-DC86-4CEB81268E4A}"/>
              </a:ext>
            </a:extLst>
          </p:cNvPr>
          <p:cNvSpPr txBox="1"/>
          <p:nvPr/>
        </p:nvSpPr>
        <p:spPr>
          <a:xfrm>
            <a:off x="5371896" y="977749"/>
            <a:ext cx="1688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utility function of PI</a:t>
            </a:r>
            <a:endParaRPr kumimoji="1" lang="ko-KR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E4002D-FB38-B7C4-1C28-0A9C80B03FC4}"/>
              </a:ext>
            </a:extLst>
          </p:cNvPr>
          <p:cNvSpPr txBox="1"/>
          <p:nvPr/>
        </p:nvSpPr>
        <p:spPr>
          <a:xfrm>
            <a:off x="8205290" y="6111098"/>
            <a:ext cx="3717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현재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의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~%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만큼 추가 개선을 요구한다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81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  <p:bldP spid="12" grpId="0"/>
      <p:bldP spid="15" grpId="0"/>
      <p:bldP spid="16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3" grpId="0"/>
      <p:bldP spid="4" grpId="0"/>
      <p:bldP spid="7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A7AEA9-4014-3548-4586-828BAF180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59" y="245597"/>
            <a:ext cx="12037541" cy="383182"/>
          </a:xfrm>
        </p:spPr>
        <p:txBody>
          <a:bodyPr>
            <a:spAutoFit/>
          </a:bodyPr>
          <a:lstStyle/>
          <a:p>
            <a:r>
              <a:rPr kumimoji="1" lang="en-US" altLang="ko-KR" dirty="0"/>
              <a:t>Summary.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1A8E4B-7D3B-B789-0DF4-05249BCE7819}"/>
              </a:ext>
            </a:extLst>
          </p:cNvPr>
          <p:cNvSpPr txBox="1"/>
          <p:nvPr/>
        </p:nvSpPr>
        <p:spPr>
          <a:xfrm>
            <a:off x="815008" y="1656522"/>
            <a:ext cx="9167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데이터가 주어졌을 때 최종 추천을 선택할 때 </a:t>
            </a:r>
            <a:r>
              <a:rPr kumimoji="1"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kumimoji="1"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에</a:t>
            </a:r>
            <a:r>
              <a:rPr kumimoji="1"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따라서 선택이 달라질 수 있다</a:t>
            </a:r>
            <a:r>
              <a:rPr kumimoji="1"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582E29-58A4-4B0D-059F-1511FE172C1F}"/>
              </a:ext>
            </a:extLst>
          </p:cNvPr>
          <p:cNvSpPr txBox="1"/>
          <p:nvPr/>
        </p:nvSpPr>
        <p:spPr>
          <a:xfrm>
            <a:off x="815008" y="2584175"/>
            <a:ext cx="841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기댓값과</a:t>
            </a:r>
            <a:r>
              <a:rPr kumimoji="1"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불확실성에 대한 </a:t>
            </a:r>
            <a:r>
              <a:rPr kumimoji="1"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risk</a:t>
            </a:r>
            <a:r>
              <a:rPr kumimoji="1"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의 성질을 </a:t>
            </a:r>
            <a:r>
              <a:rPr kumimoji="1"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utility function</a:t>
            </a:r>
            <a:r>
              <a:rPr kumimoji="1"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을 통해 표현할 수 있다</a:t>
            </a:r>
            <a:r>
              <a:rPr kumimoji="1"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6DF1AB-8616-E0C1-F3CE-0F542119919F}"/>
              </a:ext>
            </a:extLst>
          </p:cNvPr>
          <p:cNvSpPr txBox="1"/>
          <p:nvPr/>
        </p:nvSpPr>
        <p:spPr>
          <a:xfrm>
            <a:off x="815007" y="3511828"/>
            <a:ext cx="10180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최적화 과정의 </a:t>
            </a:r>
            <a:r>
              <a:rPr kumimoji="1"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acquisition function</a:t>
            </a:r>
            <a:r>
              <a:rPr kumimoji="1"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을 </a:t>
            </a:r>
            <a:r>
              <a:rPr kumimoji="1"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kumimoji="1"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의 차이를 최대화하도록 진행시키는 게 일반적이다</a:t>
            </a:r>
            <a:r>
              <a:rPr kumimoji="1"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51375F-236B-7C23-C2F9-DA2ECB383AE4}"/>
              </a:ext>
            </a:extLst>
          </p:cNvPr>
          <p:cNvSpPr txBox="1"/>
          <p:nvPr/>
        </p:nvSpPr>
        <p:spPr>
          <a:xfrm>
            <a:off x="815007" y="4340089"/>
            <a:ext cx="1105943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마찬가지로 어떤 </a:t>
            </a:r>
            <a:r>
              <a:rPr kumimoji="1"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utility</a:t>
            </a:r>
            <a:r>
              <a:rPr kumimoji="1"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사용하느냐</a:t>
            </a:r>
            <a:r>
              <a:rPr kumimoji="1"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1"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어떤 </a:t>
            </a:r>
            <a:r>
              <a:rPr kumimoji="1"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r>
              <a:rPr kumimoji="1"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를</a:t>
            </a:r>
            <a:r>
              <a:rPr kumimoji="1"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사용하느냐에</a:t>
            </a:r>
            <a:r>
              <a:rPr kumimoji="1"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따라 </a:t>
            </a:r>
            <a:r>
              <a:rPr kumimoji="1"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acquisition function</a:t>
            </a:r>
            <a:r>
              <a:rPr kumimoji="1"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이 달라짐은</a:t>
            </a:r>
            <a:endParaRPr kumimoji="1"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kumimoji="1"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kumimoji="1"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당연하고</a:t>
            </a:r>
            <a:r>
              <a:rPr kumimoji="1"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1"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다른 </a:t>
            </a:r>
            <a:r>
              <a:rPr kumimoji="1"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acquisition function</a:t>
            </a:r>
            <a:r>
              <a:rPr kumimoji="1"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이 서로 다른 결과를 도출하므로 특정 상황에 따라 다르게 사용할 필요가</a:t>
            </a:r>
            <a:endParaRPr kumimoji="1"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kumimoji="1"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kumimoji="1"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있음을 명심해야 한다</a:t>
            </a:r>
            <a:r>
              <a:rPr kumimoji="1"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2061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34AC5-21DC-2E81-4197-5D532F114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Optimization can be different according to acquisition strategy.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FE4EA-24F5-BA65-08C8-FDF110F5C589}"/>
              </a:ext>
            </a:extLst>
          </p:cNvPr>
          <p:cNvSpPr txBox="1"/>
          <p:nvPr/>
        </p:nvSpPr>
        <p:spPr>
          <a:xfrm>
            <a:off x="349199" y="1113182"/>
            <a:ext cx="58240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EI, KG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와 같은 획득함수는 더 큰 최대값을 찾는데 목적이 있다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AC1E1E-8EAE-755A-9CCD-DF0E9A33967C}"/>
              </a:ext>
            </a:extLst>
          </p:cNvPr>
          <p:cNvSpPr txBox="1"/>
          <p:nvPr/>
        </p:nvSpPr>
        <p:spPr>
          <a:xfrm>
            <a:off x="349199" y="1577630"/>
            <a:ext cx="76947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Q. 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만일 매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마다 반드시 최선의 결과를 내야한다면 어떤 식으로 접근해야 할까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3BD069-313A-0FD8-5134-DE279995919C}"/>
              </a:ext>
            </a:extLst>
          </p:cNvPr>
          <p:cNvSpPr txBox="1"/>
          <p:nvPr/>
        </p:nvSpPr>
        <p:spPr>
          <a:xfrm>
            <a:off x="349199" y="1916184"/>
            <a:ext cx="46121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1" lang="en-US" altLang="ko-KR" sz="1600" dirty="0">
                <a:solidFill>
                  <a:srgbClr val="4472C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Cumulative reward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가 하나의 방법이 될 수 있다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BD3E67-C1B4-8C57-074E-02425B7F6703}"/>
                  </a:ext>
                </a:extLst>
              </p:cNvPr>
              <p:cNvSpPr txBox="1"/>
              <p:nvPr/>
            </p:nvSpPr>
            <p:spPr>
              <a:xfrm>
                <a:off x="612913" y="2210448"/>
                <a:ext cx="1648656" cy="5961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d>
                        <m:dPr>
                          <m:ctrlP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</m:d>
                      <m:r>
                        <a:rPr kumimoji="1" lang="en-US" altLang="ko-KR" sz="1600" b="0" i="1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kumimoji="1" lang="en-US" altLang="ko-KR" sz="1600" b="0" i="1" smtClean="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1" lang="en-US" altLang="ko-KR" sz="1600" b="0" i="1" smtClean="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ko-KR" sz="1600" b="0" i="1" smtClean="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ko-KR" sz="1600" b="0" i="1" smtClean="0">
                                      <a:solidFill>
                                        <a:srgbClr val="4472C4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1600" b="0" i="1" smtClean="0">
                                      <a:solidFill>
                                        <a:srgbClr val="4472C4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sz="1600" b="0" i="1" smtClean="0">
                                      <a:solidFill>
                                        <a:srgbClr val="4472C4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1" lang="ko-KR" altLang="en-US" sz="1600" dirty="0">
                  <a:solidFill>
                    <a:srgbClr val="4472C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BD3E67-C1B4-8C57-074E-02425B7F6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913" y="2210448"/>
                <a:ext cx="1648656" cy="596189"/>
              </a:xfrm>
              <a:prstGeom prst="rect">
                <a:avLst/>
              </a:prstGeom>
              <a:blipFill>
                <a:blip r:embed="rId2"/>
                <a:stretch>
                  <a:fillRect l="-3053" t="-153191" b="-2127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B231688-42D3-9385-B840-5C41E5970C93}"/>
              </a:ext>
            </a:extLst>
          </p:cNvPr>
          <p:cNvCxnSpPr/>
          <p:nvPr/>
        </p:nvCxnSpPr>
        <p:spPr>
          <a:xfrm>
            <a:off x="2319130" y="2508542"/>
            <a:ext cx="854766" cy="155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BBFBDB0-04F4-A393-CBDD-FBB8F6E72AB9}"/>
              </a:ext>
            </a:extLst>
          </p:cNvPr>
          <p:cNvSpPr txBox="1"/>
          <p:nvPr/>
        </p:nvSpPr>
        <p:spPr>
          <a:xfrm>
            <a:off x="3261214" y="2494408"/>
            <a:ext cx="53431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매 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r>
              <a:rPr kumimoji="1"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마다 최대 사후평균을 가지는 점을 탐색할 것이다</a:t>
            </a:r>
            <a:r>
              <a:rPr kumimoji="1"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DD050BF-27FB-2F03-0FD1-94C19CC598C2}"/>
              </a:ext>
            </a:extLst>
          </p:cNvPr>
          <p:cNvCxnSpPr>
            <a:cxnSpLocks/>
          </p:cNvCxnSpPr>
          <p:nvPr/>
        </p:nvCxnSpPr>
        <p:spPr>
          <a:xfrm>
            <a:off x="383770" y="5465059"/>
            <a:ext cx="37407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자유형 13">
            <a:extLst>
              <a:ext uri="{FF2B5EF4-FFF2-40B4-BE49-F238E27FC236}">
                <a16:creationId xmlns:a16="http://schemas.microsoft.com/office/drawing/2014/main" id="{31CD5C2C-E8DA-16D6-8775-737B0A1860A2}"/>
              </a:ext>
            </a:extLst>
          </p:cNvPr>
          <p:cNvSpPr/>
          <p:nvPr/>
        </p:nvSpPr>
        <p:spPr>
          <a:xfrm>
            <a:off x="487060" y="4051364"/>
            <a:ext cx="3449782" cy="1338349"/>
          </a:xfrm>
          <a:custGeom>
            <a:avLst/>
            <a:gdLst>
              <a:gd name="csX0" fmla="*/ 0 w 3449782"/>
              <a:gd name="csY0" fmla="*/ 1338349 h 1338349"/>
              <a:gd name="csX1" fmla="*/ 773084 w 3449782"/>
              <a:gd name="csY1" fmla="*/ 532015 h 1338349"/>
              <a:gd name="csX2" fmla="*/ 1637608 w 3449782"/>
              <a:gd name="csY2" fmla="*/ 1230284 h 1338349"/>
              <a:gd name="csX3" fmla="*/ 3449782 w 3449782"/>
              <a:gd name="csY3" fmla="*/ 0 h 13383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49782" h="1338349">
                <a:moveTo>
                  <a:pt x="0" y="1338349"/>
                </a:moveTo>
                <a:cubicBezTo>
                  <a:pt x="250074" y="944187"/>
                  <a:pt x="500149" y="550026"/>
                  <a:pt x="773084" y="532015"/>
                </a:cubicBezTo>
                <a:cubicBezTo>
                  <a:pt x="1046019" y="514004"/>
                  <a:pt x="1191492" y="1318953"/>
                  <a:pt x="1637608" y="1230284"/>
                </a:cubicBezTo>
                <a:cubicBezTo>
                  <a:pt x="2083724" y="1141615"/>
                  <a:pt x="3142211" y="207818"/>
                  <a:pt x="3449782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52CFDE8-5A6D-6CBA-FE98-95FDE3E7B9A7}"/>
              </a:ext>
            </a:extLst>
          </p:cNvPr>
          <p:cNvSpPr/>
          <p:nvPr/>
        </p:nvSpPr>
        <p:spPr>
          <a:xfrm>
            <a:off x="767144" y="4859129"/>
            <a:ext cx="106595" cy="1065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773D505-6D96-09CD-064B-9B4148993245}"/>
              </a:ext>
            </a:extLst>
          </p:cNvPr>
          <p:cNvSpPr/>
          <p:nvPr/>
        </p:nvSpPr>
        <p:spPr>
          <a:xfrm>
            <a:off x="957729" y="4667255"/>
            <a:ext cx="106595" cy="1065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36822716-C3F6-B729-562F-36ED7B37E704}"/>
              </a:ext>
            </a:extLst>
          </p:cNvPr>
          <p:cNvSpPr/>
          <p:nvPr/>
        </p:nvSpPr>
        <p:spPr>
          <a:xfrm>
            <a:off x="1506370" y="4805846"/>
            <a:ext cx="106595" cy="1065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CCE7EE5-15F1-F335-585A-97C096360C16}"/>
              </a:ext>
            </a:extLst>
          </p:cNvPr>
          <p:cNvSpPr/>
          <p:nvPr/>
        </p:nvSpPr>
        <p:spPr>
          <a:xfrm>
            <a:off x="1340115" y="4591544"/>
            <a:ext cx="106595" cy="1065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4697811-0666-E196-77B7-B4DD5C3E18BD}"/>
              </a:ext>
            </a:extLst>
          </p:cNvPr>
          <p:cNvSpPr/>
          <p:nvPr/>
        </p:nvSpPr>
        <p:spPr>
          <a:xfrm>
            <a:off x="1992845" y="5250133"/>
            <a:ext cx="106595" cy="10656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6F5982-245F-3C56-C81C-F2083F2B290C}"/>
              </a:ext>
            </a:extLst>
          </p:cNvPr>
          <p:cNvSpPr txBox="1"/>
          <p:nvPr/>
        </p:nvSpPr>
        <p:spPr>
          <a:xfrm>
            <a:off x="4426226" y="3525078"/>
            <a:ext cx="765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하지만 초반에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local 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주위에 머무르면 멀리 있는 곳은 탐색하려고 하지 않을 것이다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당장의 모델의 사후평균이 높은 곳에만 계속 머무른다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.)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69D2AF8-4708-E665-6B43-59247156C91E}"/>
              </a:ext>
            </a:extLst>
          </p:cNvPr>
          <p:cNvCxnSpPr/>
          <p:nvPr/>
        </p:nvCxnSpPr>
        <p:spPr>
          <a:xfrm>
            <a:off x="8255159" y="4265872"/>
            <a:ext cx="0" cy="7978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10D4624-3E60-7BD3-2712-212F4A8203A2}"/>
              </a:ext>
            </a:extLst>
          </p:cNvPr>
          <p:cNvSpPr txBox="1"/>
          <p:nvPr/>
        </p:nvSpPr>
        <p:spPr>
          <a:xfrm>
            <a:off x="5648513" y="6004241"/>
            <a:ext cx="52132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이를 해결하기 위한 방법은 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7.6 ~ 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에서 제대로 소개한다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6D3498-C11E-FCB7-FB94-93394BC6F10B}"/>
              </a:ext>
            </a:extLst>
          </p:cNvPr>
          <p:cNvSpPr txBox="1"/>
          <p:nvPr/>
        </p:nvSpPr>
        <p:spPr>
          <a:xfrm>
            <a:off x="4533624" y="5280370"/>
            <a:ext cx="74430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장기 누적합을 키우려면 지금 당장 평균이 큰 곳만 </a:t>
            </a:r>
            <a:r>
              <a:rPr kumimoji="1"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파지말고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정보를 모아 미래의</a:t>
            </a:r>
            <a:endParaRPr kumimoji="1"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kumimoji="1"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누적합을 키우려는 탐색을 섞어야 한다</a:t>
            </a:r>
            <a:r>
              <a:rPr kumimoji="1"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3F78A7-B103-D978-ABBB-60162FB91D2F}"/>
                  </a:ext>
                </a:extLst>
              </p:cNvPr>
              <p:cNvSpPr txBox="1"/>
              <p:nvPr/>
            </p:nvSpPr>
            <p:spPr>
              <a:xfrm>
                <a:off x="1105344" y="2806637"/>
                <a:ext cx="1871538" cy="5961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kumimoji="1" lang="en-US" altLang="ko-KR" sz="1600" b="0" i="1" smtClean="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mtClean="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ko-KR" sz="1600" b="0" i="1" smtClean="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if</m:t>
                          </m:r>
                          <m: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noise</m:t>
                          </m:r>
                          <m: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1" lang="en-US" altLang="ko-KR" sz="16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free</m:t>
                          </m:r>
                        </m:e>
                      </m:nary>
                    </m:oMath>
                  </m:oMathPara>
                </a14:m>
                <a:endParaRPr kumimoji="1" lang="ko-KR" altLang="en-US" sz="1600" dirty="0">
                  <a:solidFill>
                    <a:srgbClr val="4472C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3F78A7-B103-D978-ABBB-60162FB91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344" y="2806637"/>
                <a:ext cx="1871538" cy="596189"/>
              </a:xfrm>
              <a:prstGeom prst="rect">
                <a:avLst/>
              </a:prstGeom>
              <a:blipFill>
                <a:blip r:embed="rId3"/>
                <a:stretch>
                  <a:fillRect l="-28188" t="-147917" r="-2013" b="-20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2412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1600" dirty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BF7F8F1-1980-614F-AE3C-5F955A04F709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5887</TotalTime>
  <Words>3145</Words>
  <Application>Microsoft Macintosh PowerPoint</Application>
  <PresentationFormat>와이드스크린</PresentationFormat>
  <Paragraphs>379</Paragraphs>
  <Slides>23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Times New Roman</vt:lpstr>
      <vt:lpstr>맑은 고딕</vt:lpstr>
      <vt:lpstr>Arial</vt:lpstr>
      <vt:lpstr>Cambria Math</vt:lpstr>
      <vt:lpstr>Office 테마</vt:lpstr>
      <vt:lpstr>Gaussian Process Seminar</vt:lpstr>
      <vt:lpstr>Brief recap of chapter 5</vt:lpstr>
      <vt:lpstr>Three key concepts to understand before moving on.</vt:lpstr>
      <vt:lpstr>Simple &amp; global reward are representative rewards for this task.</vt:lpstr>
      <vt:lpstr>The recommendation point intuitively varies by reward type.</vt:lpstr>
      <vt:lpstr>Under noise, setting u(D)=max y can lead to overestimation.</vt:lpstr>
      <vt:lpstr>We can recommend the best value among those with uncertainty below υ.</vt:lpstr>
      <vt:lpstr>Linear utility is associated with risk-neutral behavior.</vt:lpstr>
      <vt:lpstr>The shape of the utility function intuitively reflects risk attitude.</vt:lpstr>
      <vt:lpstr>Q. HARA class of utility functions에 대한 구체적인 설명.</vt:lpstr>
      <vt:lpstr>Setting the score to μ+ βσ also captures risk preferences.</vt:lpstr>
      <vt:lpstr>Q. u(D)를 정의할 때 최댓값이 항상 존재한다는 보장이 있는지, sup대신 max 사용한 이유?</vt:lpstr>
      <vt:lpstr>Using information gain as utility to reduce uncertainty.</vt:lpstr>
      <vt:lpstr>Q. information gain를 이용하는 것과 optimal을 찾는 것의 연결, 최적점 w의 선택 문제</vt:lpstr>
      <vt:lpstr>Q. 엔트로피 감소량과 KL의 관측값 y에 대한 기댓값이 서로 동일함을 보여라.</vt:lpstr>
      <vt:lpstr>EI and KG are concrete acquisition functions from this idea.</vt:lpstr>
      <vt:lpstr>Q. EI와 KG가 action space에 대한 제약 외에 다른 것이 있나요?</vt:lpstr>
      <vt:lpstr>Q. EI가 자동적으로 trade-off를 반영할 수 있는 이유를 수식적으로 알고 싶습니다.</vt:lpstr>
      <vt:lpstr>Approximating one-step lookahead is okay because of model-misspecification.</vt:lpstr>
      <vt:lpstr>Q. 실용적인 score에서 risk tolerance parameter가 동적으로 바뀌어도 괜찮은건지?</vt:lpstr>
      <vt:lpstr>PI is the conditional probability that the next reward exceeds τ.</vt:lpstr>
      <vt:lpstr>Summary.</vt:lpstr>
      <vt:lpstr>Optimization can be different according to acquisition strategy.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Kyeong Tae Ko</dc:creator>
  <cp:lastModifiedBy>고경태</cp:lastModifiedBy>
  <cp:revision>53</cp:revision>
  <dcterms:created xsi:type="dcterms:W3CDTF">2026-02-16T06:47:22Z</dcterms:created>
  <dcterms:modified xsi:type="dcterms:W3CDTF">2026-02-26T07:03:12Z</dcterms:modified>
</cp:coreProperties>
</file>